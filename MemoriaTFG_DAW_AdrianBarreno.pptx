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4" r:id="rId8"/>
    <p:sldId id="265" r:id="rId9"/>
    <p:sldId id="266" r:id="rId10"/>
    <p:sldId id="267" r:id="rId11"/>
    <p:sldId id="268" r:id="rId12"/>
    <p:sldId id="269" r:id="rId13"/>
    <p:sldId id="270" r:id="rId14"/>
    <p:sldId id="271" r:id="rId15"/>
    <p:sldId id="272" r:id="rId16"/>
    <p:sldId id="273" r:id="rId17"/>
  </p:sldIdLst>
  <p:sldSz cx="18288000" cy="10287000"/>
  <p:notesSz cx="18288000" cy="10287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48" d="100"/>
          <a:sy n="48" d="100"/>
        </p:scale>
        <p:origin x="420" y="5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371600" y="3188970"/>
            <a:ext cx="15544800" cy="21602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0" b="1" i="0">
                <a:solidFill>
                  <a:srgbClr val="20459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2743200" y="5760720"/>
            <a:ext cx="12801600" cy="25717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17" name="bg object 1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  <p:pic>
        <p:nvPicPr>
          <p:cNvPr id="18" name="bg object 1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sp>
        <p:nvSpPr>
          <p:cNvPr id="19" name="bg object 19"/>
          <p:cNvSpPr/>
          <p:nvPr/>
        </p:nvSpPr>
        <p:spPr>
          <a:xfrm>
            <a:off x="0" y="9577250"/>
            <a:ext cx="18287365" cy="709930"/>
          </a:xfrm>
          <a:custGeom>
            <a:avLst/>
            <a:gdLst/>
            <a:ahLst/>
            <a:cxnLst/>
            <a:rect l="l" t="t" r="r" b="b"/>
            <a:pathLst>
              <a:path w="18287365" h="709929">
                <a:moveTo>
                  <a:pt x="18287130" y="709749"/>
                </a:moveTo>
                <a:lnTo>
                  <a:pt x="0" y="709749"/>
                </a:lnTo>
                <a:lnTo>
                  <a:pt x="0" y="0"/>
                </a:lnTo>
                <a:lnTo>
                  <a:pt x="18287130" y="0"/>
                </a:lnTo>
                <a:lnTo>
                  <a:pt x="18287130" y="709749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pic>
        <p:nvPicPr>
          <p:cNvPr id="20" name="bg object 20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8659" y="3823528"/>
            <a:ext cx="142403" cy="142403"/>
          </a:xfrm>
          <a:prstGeom prst="rect">
            <a:avLst/>
          </a:prstGeom>
        </p:spPr>
      </p:pic>
      <p:pic>
        <p:nvPicPr>
          <p:cNvPr id="21" name="bg object 21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8659" y="4380196"/>
            <a:ext cx="142403" cy="142403"/>
          </a:xfrm>
          <a:prstGeom prst="rect">
            <a:avLst/>
          </a:prstGeom>
        </p:spPr>
      </p:pic>
      <p:pic>
        <p:nvPicPr>
          <p:cNvPr id="22" name="bg object 22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8659" y="4936863"/>
            <a:ext cx="142403" cy="142403"/>
          </a:xfrm>
          <a:prstGeom prst="rect">
            <a:avLst/>
          </a:prstGeom>
        </p:spPr>
      </p:pic>
      <p:pic>
        <p:nvPicPr>
          <p:cNvPr id="23" name="bg object 23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8659" y="5493531"/>
            <a:ext cx="142403" cy="142403"/>
          </a:xfrm>
          <a:prstGeom prst="rect">
            <a:avLst/>
          </a:prstGeom>
        </p:spPr>
      </p:pic>
      <p:pic>
        <p:nvPicPr>
          <p:cNvPr id="24" name="bg object 2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8659" y="6050198"/>
            <a:ext cx="142403" cy="142403"/>
          </a:xfrm>
          <a:prstGeom prst="rect">
            <a:avLst/>
          </a:prstGeom>
        </p:spPr>
      </p:pic>
      <p:pic>
        <p:nvPicPr>
          <p:cNvPr id="25" name="bg object 25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8659" y="6606866"/>
            <a:ext cx="142403" cy="142403"/>
          </a:xfrm>
          <a:prstGeom prst="rect">
            <a:avLst/>
          </a:prstGeom>
        </p:spPr>
      </p:pic>
      <p:pic>
        <p:nvPicPr>
          <p:cNvPr id="26" name="bg object 26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468659" y="7163533"/>
            <a:ext cx="142403" cy="142403"/>
          </a:xfrm>
          <a:prstGeom prst="rect">
            <a:avLst/>
          </a:prstGeom>
        </p:spPr>
      </p:pic>
      <p:pic>
        <p:nvPicPr>
          <p:cNvPr id="27" name="bg object 27"/>
          <p:cNvPicPr/>
          <p:nvPr/>
        </p:nvPicPr>
        <p:blipFill>
          <a:blip r:embed="rId5" cstate="print"/>
          <a:stretch>
            <a:fillRect/>
          </a:stretch>
        </p:blipFill>
        <p:spPr>
          <a:xfrm>
            <a:off x="2468659" y="7720201"/>
            <a:ext cx="142403" cy="142402"/>
          </a:xfrm>
          <a:prstGeom prst="rect">
            <a:avLst/>
          </a:prstGeom>
        </p:spPr>
      </p:pic>
      <p:sp>
        <p:nvSpPr>
          <p:cNvPr id="28" name="bg object 28"/>
          <p:cNvSpPr/>
          <p:nvPr/>
        </p:nvSpPr>
        <p:spPr>
          <a:xfrm>
            <a:off x="16105796" y="8104798"/>
            <a:ext cx="2182495" cy="2182495"/>
          </a:xfrm>
          <a:custGeom>
            <a:avLst/>
            <a:gdLst/>
            <a:ahLst/>
            <a:cxnLst/>
            <a:rect l="l" t="t" r="r" b="b"/>
            <a:pathLst>
              <a:path w="2182494" h="2182495">
                <a:moveTo>
                  <a:pt x="0" y="2182201"/>
                </a:moveTo>
                <a:lnTo>
                  <a:pt x="2182202" y="0"/>
                </a:lnTo>
                <a:lnTo>
                  <a:pt x="2182203" y="2182201"/>
                </a:lnTo>
                <a:lnTo>
                  <a:pt x="0" y="218220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0" b="1" i="0">
                <a:solidFill>
                  <a:srgbClr val="20459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0" b="1" i="0">
                <a:solidFill>
                  <a:srgbClr val="20459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91440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9418320" y="2366010"/>
            <a:ext cx="7955280" cy="678942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11000" b="1" i="0">
                <a:solidFill>
                  <a:srgbClr val="20459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7998" y="10286999"/>
                </a:moveTo>
                <a:lnTo>
                  <a:pt x="0" y="10286999"/>
                </a:lnTo>
                <a:lnTo>
                  <a:pt x="0" y="0"/>
                </a:lnTo>
                <a:lnTo>
                  <a:pt x="18287998" y="0"/>
                </a:lnTo>
                <a:lnTo>
                  <a:pt x="18287998" y="10286999"/>
                </a:lnTo>
                <a:close/>
              </a:path>
            </a:pathLst>
          </a:custGeom>
          <a:solidFill>
            <a:srgbClr val="F5F5F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3196132" y="4352988"/>
            <a:ext cx="11895734" cy="1701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1000" b="1" i="0">
                <a:solidFill>
                  <a:srgbClr val="204591"/>
                </a:solidFill>
                <a:latin typeface="Trebuchet MS"/>
                <a:cs typeface="Trebuchet MS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2827745" y="3548443"/>
            <a:ext cx="7943215" cy="447929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6217920" y="9566910"/>
            <a:ext cx="585216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914400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5/18/2026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3167361" y="9566910"/>
            <a:ext cx="4206240" cy="5143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‹Nº›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6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7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4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5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1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0987070" y="179469"/>
            <a:ext cx="7300928" cy="9925049"/>
          </a:xfrm>
          <a:prstGeom prst="rect">
            <a:avLst/>
          </a:prstGeom>
        </p:spPr>
      </p:pic>
      <p:sp>
        <p:nvSpPr>
          <p:cNvPr id="3" name="object 3"/>
          <p:cNvSpPr txBox="1"/>
          <p:nvPr/>
        </p:nvSpPr>
        <p:spPr>
          <a:xfrm>
            <a:off x="4771314" y="3525632"/>
            <a:ext cx="6119495" cy="2922270"/>
          </a:xfrm>
          <a:prstGeom prst="rect">
            <a:avLst/>
          </a:prstGeom>
        </p:spPr>
        <p:txBody>
          <a:bodyPr vert="horz" wrap="square" lIns="0" tIns="42418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3340"/>
              </a:spcBef>
            </a:pPr>
            <a:r>
              <a:rPr sz="12500" b="1" spc="-990" dirty="0">
                <a:latin typeface="Trebuchet MS"/>
                <a:cs typeface="Trebuchet MS"/>
              </a:rPr>
              <a:t>Adopta</a:t>
            </a:r>
            <a:r>
              <a:rPr sz="12500" b="1" spc="-990" dirty="0">
                <a:solidFill>
                  <a:srgbClr val="204591"/>
                </a:solidFill>
                <a:latin typeface="Trebuchet MS"/>
                <a:cs typeface="Trebuchet MS"/>
              </a:rPr>
              <a:t>Ya</a:t>
            </a:r>
            <a:endParaRPr sz="12500">
              <a:latin typeface="Trebuchet MS"/>
              <a:cs typeface="Trebuchet MS"/>
            </a:endParaRPr>
          </a:p>
          <a:p>
            <a:pPr algn="ctr">
              <a:lnSpc>
                <a:spcPct val="100000"/>
              </a:lnSpc>
              <a:spcBef>
                <a:spcPts val="840"/>
              </a:spcBef>
              <a:tabLst>
                <a:tab pos="1776095" algn="l"/>
                <a:tab pos="2381885" algn="l"/>
                <a:tab pos="3127375" algn="l"/>
                <a:tab pos="3733165" algn="l"/>
              </a:tabLst>
            </a:pPr>
            <a:r>
              <a:rPr sz="3100" spc="-10" dirty="0">
                <a:latin typeface="Trebuchet MS"/>
                <a:cs typeface="Trebuchet MS"/>
              </a:rPr>
              <a:t>TRABAJO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100" spc="-25" dirty="0">
                <a:latin typeface="Trebuchet MS"/>
                <a:cs typeface="Trebuchet MS"/>
              </a:rPr>
              <a:t>DE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100" spc="-409" dirty="0">
                <a:latin typeface="Trebuchet MS"/>
                <a:cs typeface="Trebuchet MS"/>
              </a:rPr>
              <a:t>F</a:t>
            </a:r>
            <a:r>
              <a:rPr sz="3100" spc="-560" dirty="0">
                <a:latin typeface="Trebuchet MS"/>
                <a:cs typeface="Trebuchet MS"/>
              </a:rPr>
              <a:t> </a:t>
            </a:r>
            <a:r>
              <a:rPr sz="3100" spc="-25" dirty="0">
                <a:latin typeface="Trebuchet MS"/>
                <a:cs typeface="Trebuchet MS"/>
              </a:rPr>
              <a:t>IN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100" spc="-25" dirty="0">
                <a:latin typeface="Trebuchet MS"/>
                <a:cs typeface="Trebuchet MS"/>
              </a:rPr>
              <a:t>DE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100" spc="-10" dirty="0">
                <a:latin typeface="Trebuchet MS"/>
                <a:cs typeface="Trebuchet MS"/>
              </a:rPr>
              <a:t>GRADO</a:t>
            </a:r>
            <a:endParaRPr sz="3100">
              <a:latin typeface="Trebuchet MS"/>
              <a:cs typeface="Trebuchet MS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16000" y="8783254"/>
            <a:ext cx="2625725" cy="8445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25000"/>
              </a:lnSpc>
              <a:spcBef>
                <a:spcPts val="100"/>
              </a:spcBef>
              <a:tabLst>
                <a:tab pos="945515" algn="l"/>
                <a:tab pos="2054860" algn="l"/>
              </a:tabLst>
            </a:pPr>
            <a:r>
              <a:rPr sz="2150" spc="-10" dirty="0">
                <a:latin typeface="Trebuchet MS"/>
                <a:cs typeface="Trebuchet MS"/>
              </a:rPr>
              <a:t>Adrián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10" dirty="0">
                <a:latin typeface="Trebuchet MS"/>
                <a:cs typeface="Trebuchet MS"/>
              </a:rPr>
              <a:t>Barreno</a:t>
            </a:r>
            <a:r>
              <a:rPr sz="2150" dirty="0">
                <a:latin typeface="Trebuchet MS"/>
                <a:cs typeface="Trebuchet MS"/>
              </a:rPr>
              <a:t>	</a:t>
            </a:r>
            <a:r>
              <a:rPr sz="2150" spc="-65" dirty="0">
                <a:latin typeface="Trebuchet MS"/>
                <a:cs typeface="Trebuchet MS"/>
              </a:rPr>
              <a:t>León </a:t>
            </a:r>
            <a:r>
              <a:rPr sz="2150" spc="110" dirty="0">
                <a:latin typeface="Trebuchet MS"/>
                <a:cs typeface="Trebuchet MS"/>
              </a:rPr>
              <a:t>2024</a:t>
            </a:r>
            <a:r>
              <a:rPr sz="2150" spc="-385" dirty="0">
                <a:latin typeface="Trebuchet MS"/>
                <a:cs typeface="Trebuchet MS"/>
              </a:rPr>
              <a:t> </a:t>
            </a:r>
            <a:r>
              <a:rPr sz="2150" spc="-110" dirty="0">
                <a:latin typeface="Trebuchet MS"/>
                <a:cs typeface="Trebuchet MS"/>
              </a:rPr>
              <a:t>-</a:t>
            </a:r>
            <a:r>
              <a:rPr sz="2150" spc="-380" dirty="0">
                <a:latin typeface="Trebuchet MS"/>
                <a:cs typeface="Trebuchet MS"/>
              </a:rPr>
              <a:t> </a:t>
            </a:r>
            <a:r>
              <a:rPr sz="2150" spc="100" dirty="0">
                <a:latin typeface="Trebuchet MS"/>
                <a:cs typeface="Trebuchet MS"/>
              </a:rPr>
              <a:t>2026</a:t>
            </a:r>
            <a:endParaRPr sz="2150">
              <a:latin typeface="Trebuchet MS"/>
              <a:cs typeface="Trebuchet MS"/>
            </a:endParaRPr>
          </a:p>
        </p:txBody>
      </p:sp>
      <p:pic>
        <p:nvPicPr>
          <p:cNvPr id="5" name="object 5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448261" y="2964701"/>
            <a:ext cx="4352924" cy="4352924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2827745" y="3548443"/>
            <a:ext cx="7943215" cy="395300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6000"/>
              </a:lnSpc>
              <a:spcBef>
                <a:spcPts val="95"/>
              </a:spcBef>
              <a:tabLst>
                <a:tab pos="2906395" algn="l"/>
                <a:tab pos="3258820" algn="l"/>
                <a:tab pos="3352800" algn="l"/>
                <a:tab pos="5455285" algn="l"/>
                <a:tab pos="6271260" algn="l"/>
              </a:tabLst>
            </a:pPr>
            <a:r>
              <a:rPr sz="2900" spc="35" dirty="0">
                <a:latin typeface="Trebuchet MS"/>
                <a:cs typeface="Trebuchet MS"/>
              </a:rPr>
              <a:t>INTRODUCCION</a:t>
            </a:r>
            <a:r>
              <a:rPr sz="2900" dirty="0">
                <a:latin typeface="Trebuchet MS"/>
                <a:cs typeface="Trebuchet MS"/>
              </a:rPr>
              <a:t>	</a:t>
            </a:r>
            <a:r>
              <a:rPr sz="2900" spc="-50" dirty="0">
                <a:latin typeface="Trebuchet MS"/>
                <a:cs typeface="Trebuchet MS"/>
              </a:rPr>
              <a:t>Y</a:t>
            </a:r>
            <a:r>
              <a:rPr sz="2900" dirty="0">
                <a:latin typeface="Trebuchet MS"/>
                <a:cs typeface="Trebuchet MS"/>
              </a:rPr>
              <a:t>	</a:t>
            </a:r>
            <a:r>
              <a:rPr sz="2900" spc="70" dirty="0">
                <a:latin typeface="Trebuchet MS"/>
                <a:cs typeface="Trebuchet MS"/>
              </a:rPr>
              <a:t>PROBLEMAS</a:t>
            </a:r>
            <a:r>
              <a:rPr sz="2900" dirty="0">
                <a:latin typeface="Trebuchet MS"/>
                <a:cs typeface="Trebuchet MS"/>
              </a:rPr>
              <a:t>	</a:t>
            </a:r>
            <a:r>
              <a:rPr sz="2900" spc="-25" dirty="0">
                <a:latin typeface="Trebuchet MS"/>
                <a:cs typeface="Trebuchet MS"/>
              </a:rPr>
              <a:t>QUE</a:t>
            </a:r>
            <a:r>
              <a:rPr sz="2900" dirty="0">
                <a:latin typeface="Trebuchet MS"/>
                <a:cs typeface="Trebuchet MS"/>
              </a:rPr>
              <a:t>	</a:t>
            </a:r>
            <a:r>
              <a:rPr sz="2900" spc="-10" dirty="0">
                <a:latin typeface="Trebuchet MS"/>
                <a:cs typeface="Trebuchet MS"/>
              </a:rPr>
              <a:t>RESUELVE </a:t>
            </a:r>
            <a:r>
              <a:rPr sz="2900" spc="55" dirty="0">
                <a:latin typeface="Trebuchet MS"/>
                <a:cs typeface="Trebuchet MS"/>
              </a:rPr>
              <a:t>FUNCIONALIDADES</a:t>
            </a:r>
            <a:r>
              <a:rPr sz="2900" dirty="0">
                <a:latin typeface="Trebuchet MS"/>
                <a:cs typeface="Trebuchet MS"/>
              </a:rPr>
              <a:t>		</a:t>
            </a:r>
            <a:r>
              <a:rPr sz="2900" spc="-10" dirty="0">
                <a:latin typeface="Trebuchet MS"/>
                <a:cs typeface="Trebuchet MS"/>
              </a:rPr>
              <a:t>CLAVE</a:t>
            </a:r>
            <a:endParaRPr sz="2900" dirty="0">
              <a:latin typeface="Trebuchet MS"/>
              <a:cs typeface="Trebuchet MS"/>
            </a:endParaRPr>
          </a:p>
          <a:p>
            <a:pPr marL="12700" marR="3740150">
              <a:lnSpc>
                <a:spcPts val="4380"/>
              </a:lnSpc>
              <a:spcBef>
                <a:spcPts val="295"/>
              </a:spcBef>
              <a:tabLst>
                <a:tab pos="1248410" algn="l"/>
                <a:tab pos="2770505" algn="l"/>
              </a:tabLst>
            </a:pPr>
            <a:r>
              <a:rPr sz="2900" spc="-10" dirty="0">
                <a:latin typeface="Trebuchet MS"/>
                <a:cs typeface="Trebuchet MS"/>
              </a:rPr>
              <a:t>STACK</a:t>
            </a:r>
            <a:r>
              <a:rPr lang="es-ES" sz="2900" spc="-10" dirty="0">
                <a:latin typeface="Trebuchet MS"/>
                <a:cs typeface="Trebuchet MS"/>
              </a:rPr>
              <a:t> </a:t>
            </a:r>
            <a:r>
              <a:rPr sz="2900" spc="-10" dirty="0">
                <a:latin typeface="Trebuchet MS"/>
                <a:cs typeface="Trebuchet MS"/>
              </a:rPr>
              <a:t>TECNOLOGICO</a:t>
            </a:r>
            <a:endParaRPr sz="2900" dirty="0">
              <a:latin typeface="Trebuchet MS"/>
              <a:cs typeface="Trebuchet MS"/>
            </a:endParaRPr>
          </a:p>
          <a:p>
            <a:pPr marL="12700" marR="5880100">
              <a:lnSpc>
                <a:spcPts val="4380"/>
              </a:lnSpc>
              <a:spcBef>
                <a:spcPts val="10"/>
              </a:spcBef>
            </a:pPr>
            <a:r>
              <a:rPr sz="2900" spc="55" dirty="0">
                <a:latin typeface="Trebuchet MS"/>
                <a:cs typeface="Trebuchet MS"/>
              </a:rPr>
              <a:t>SEGURIDAD </a:t>
            </a:r>
            <a:r>
              <a:rPr sz="2900" spc="-10" dirty="0">
                <a:latin typeface="Trebuchet MS"/>
                <a:cs typeface="Trebuchet MS"/>
              </a:rPr>
              <a:t>DESPLIEGUE</a:t>
            </a:r>
            <a:endParaRPr sz="2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610"/>
              </a:spcBef>
            </a:pPr>
            <a:r>
              <a:rPr sz="2900" spc="40" dirty="0">
                <a:latin typeface="Trebuchet MS"/>
                <a:cs typeface="Trebuchet MS"/>
              </a:rPr>
              <a:t>DEMOSTRACIÓN</a:t>
            </a:r>
            <a:endParaRPr sz="2900" dirty="0">
              <a:latin typeface="Trebuchet MS"/>
              <a:cs typeface="Trebuchet MS"/>
            </a:endParaRPr>
          </a:p>
          <a:p>
            <a:pPr marL="12700">
              <a:lnSpc>
                <a:spcPct val="100000"/>
              </a:lnSpc>
              <a:spcBef>
                <a:spcPts val="900"/>
              </a:spcBef>
              <a:tabLst>
                <a:tab pos="1704975" algn="l"/>
              </a:tabLst>
            </a:pPr>
            <a:r>
              <a:rPr sz="2900" spc="-10" dirty="0">
                <a:latin typeface="Trebuchet MS"/>
                <a:cs typeface="Trebuchet MS"/>
              </a:rPr>
              <a:t>FUTURAS</a:t>
            </a:r>
            <a:r>
              <a:rPr sz="2900" dirty="0">
                <a:latin typeface="Trebuchet MS"/>
                <a:cs typeface="Trebuchet MS"/>
              </a:rPr>
              <a:t>	</a:t>
            </a:r>
            <a:r>
              <a:rPr sz="2900" spc="-10" dirty="0">
                <a:latin typeface="Trebuchet MS"/>
                <a:cs typeface="Trebuchet MS"/>
              </a:rPr>
              <a:t>MEJORAS</a:t>
            </a:r>
            <a:endParaRPr sz="2900" dirty="0">
              <a:latin typeface="Trebuchet MS"/>
              <a:cs typeface="Trebuchet MS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2197043" y="2307814"/>
            <a:ext cx="2828290" cy="12446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8000" spc="-415" dirty="0"/>
              <a:t>ÍNDICE</a:t>
            </a:r>
            <a:endParaRPr sz="8000"/>
          </a:p>
        </p:txBody>
      </p:sp>
      <p:sp>
        <p:nvSpPr>
          <p:cNvPr id="4" name="object 4"/>
          <p:cNvSpPr txBox="1"/>
          <p:nvPr/>
        </p:nvSpPr>
        <p:spPr>
          <a:xfrm rot="18900000">
            <a:off x="17088649" y="8916414"/>
            <a:ext cx="1198026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Adopta</a:t>
            </a:r>
            <a:r>
              <a:rPr sz="2150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90" dirty="0">
                <a:solidFill>
                  <a:srgbClr val="FFFFFF"/>
                </a:solidFill>
                <a:latin typeface="Trebuchet MS"/>
                <a:cs typeface="Trebuchet MS"/>
              </a:rPr>
              <a:t>Ya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254579" y="3000438"/>
            <a:ext cx="9779000" cy="4406900"/>
          </a:xfrm>
          <a:prstGeom prst="rect">
            <a:avLst/>
          </a:prstGeom>
        </p:spPr>
        <p:txBody>
          <a:bodyPr vert="horz" wrap="square" lIns="0" tIns="327660" rIns="0" bIns="0" rtlCol="0">
            <a:spAutoFit/>
          </a:bodyPr>
          <a:lstStyle/>
          <a:p>
            <a:pPr marL="12065" marR="5080" algn="ctr">
              <a:lnSpc>
                <a:spcPts val="10650"/>
              </a:lnSpc>
              <a:spcBef>
                <a:spcPts val="2580"/>
              </a:spcBef>
            </a:pPr>
            <a:r>
              <a:rPr sz="11000" b="1" spc="-785" dirty="0">
                <a:solidFill>
                  <a:srgbClr val="204591"/>
                </a:solidFill>
                <a:latin typeface="Trebuchet MS"/>
                <a:cs typeface="Trebuchet MS"/>
              </a:rPr>
              <a:t>INTRODUCCIÓN</a:t>
            </a:r>
            <a:r>
              <a:rPr sz="11000" b="1" spc="-484" dirty="0">
                <a:solidFill>
                  <a:srgbClr val="204591"/>
                </a:solidFill>
                <a:latin typeface="Trebuchet MS"/>
                <a:cs typeface="Trebuchet MS"/>
              </a:rPr>
              <a:t> </a:t>
            </a:r>
            <a:r>
              <a:rPr sz="11000" b="1" spc="-1400" dirty="0">
                <a:solidFill>
                  <a:srgbClr val="204591"/>
                </a:solidFill>
                <a:latin typeface="Trebuchet MS"/>
                <a:cs typeface="Trebuchet MS"/>
              </a:rPr>
              <a:t>Y </a:t>
            </a:r>
            <a:r>
              <a:rPr sz="11000" b="1" spc="-665" dirty="0">
                <a:solidFill>
                  <a:srgbClr val="204591"/>
                </a:solidFill>
                <a:latin typeface="Trebuchet MS"/>
                <a:cs typeface="Trebuchet MS"/>
              </a:rPr>
              <a:t>PROBLEMAS</a:t>
            </a:r>
            <a:r>
              <a:rPr sz="11000" b="1" spc="-490" dirty="0">
                <a:solidFill>
                  <a:srgbClr val="204591"/>
                </a:solidFill>
                <a:latin typeface="Trebuchet MS"/>
                <a:cs typeface="Trebuchet MS"/>
              </a:rPr>
              <a:t> </a:t>
            </a:r>
            <a:r>
              <a:rPr sz="11000" b="1" spc="-960" dirty="0">
                <a:solidFill>
                  <a:srgbClr val="204591"/>
                </a:solidFill>
                <a:latin typeface="Trebuchet MS"/>
                <a:cs typeface="Trebuchet MS"/>
              </a:rPr>
              <a:t>A </a:t>
            </a:r>
            <a:r>
              <a:rPr sz="11000" b="1" spc="-825" dirty="0">
                <a:solidFill>
                  <a:srgbClr val="204591"/>
                </a:solidFill>
                <a:latin typeface="Trebuchet MS"/>
                <a:cs typeface="Trebuchet MS"/>
              </a:rPr>
              <a:t>RE</a:t>
            </a:r>
            <a:r>
              <a:rPr sz="11000" b="1" spc="-819" dirty="0">
                <a:solidFill>
                  <a:srgbClr val="204591"/>
                </a:solidFill>
                <a:latin typeface="Trebuchet MS"/>
                <a:cs typeface="Trebuchet MS"/>
              </a:rPr>
              <a:t>S</a:t>
            </a:r>
            <a:r>
              <a:rPr sz="11000" b="1" spc="-825" dirty="0">
                <a:solidFill>
                  <a:srgbClr val="204591"/>
                </a:solidFill>
                <a:latin typeface="Trebuchet MS"/>
                <a:cs typeface="Trebuchet MS"/>
              </a:rPr>
              <a:t>O</a:t>
            </a:r>
            <a:r>
              <a:rPr sz="11000" b="1" spc="-1630" dirty="0">
                <a:solidFill>
                  <a:srgbClr val="204591"/>
                </a:solidFill>
                <a:latin typeface="Trebuchet MS"/>
                <a:cs typeface="Trebuchet MS"/>
              </a:rPr>
              <a:t>L</a:t>
            </a:r>
            <a:r>
              <a:rPr sz="11000" b="1" spc="-825" dirty="0">
                <a:solidFill>
                  <a:srgbClr val="204591"/>
                </a:solidFill>
                <a:latin typeface="Trebuchet MS"/>
                <a:cs typeface="Trebuchet MS"/>
              </a:rPr>
              <a:t>VE</a:t>
            </a:r>
            <a:r>
              <a:rPr sz="11000" b="1" spc="-815" dirty="0">
                <a:solidFill>
                  <a:srgbClr val="204591"/>
                </a:solidFill>
                <a:latin typeface="Trebuchet MS"/>
                <a:cs typeface="Trebuchet MS"/>
              </a:rPr>
              <a:t>R</a:t>
            </a:r>
            <a:endParaRPr sz="11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16000" y="1574793"/>
            <a:ext cx="11623040" cy="71215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just">
              <a:lnSpc>
                <a:spcPct val="114999"/>
              </a:lnSpc>
              <a:spcBef>
                <a:spcPts val="100"/>
              </a:spcBef>
            </a:pPr>
            <a:r>
              <a:rPr sz="2500" dirty="0">
                <a:latin typeface="Lucida Sans Unicode"/>
                <a:cs typeface="Lucida Sans Unicode"/>
              </a:rPr>
              <a:t>La</a:t>
            </a:r>
            <a:r>
              <a:rPr sz="2500" spc="240" dirty="0">
                <a:latin typeface="Lucida Sans Unicode"/>
                <a:cs typeface="Lucida Sans Unicode"/>
              </a:rPr>
              <a:t> </a:t>
            </a:r>
            <a:r>
              <a:rPr sz="2500" spc="105" dirty="0">
                <a:latin typeface="Lucida Sans Unicode"/>
                <a:cs typeface="Lucida Sans Unicode"/>
              </a:rPr>
              <a:t>idea</a:t>
            </a:r>
            <a:r>
              <a:rPr sz="2500" spc="240" dirty="0">
                <a:latin typeface="Lucida Sans Unicode"/>
                <a:cs typeface="Lucida Sans Unicode"/>
              </a:rPr>
              <a:t> </a:t>
            </a:r>
            <a:r>
              <a:rPr sz="2500" spc="125" dirty="0">
                <a:latin typeface="Lucida Sans Unicode"/>
                <a:cs typeface="Lucida Sans Unicode"/>
              </a:rPr>
              <a:t>de</a:t>
            </a:r>
            <a:r>
              <a:rPr sz="2500" spc="245" dirty="0">
                <a:latin typeface="Lucida Sans Unicode"/>
                <a:cs typeface="Lucida Sans Unicode"/>
              </a:rPr>
              <a:t> </a:t>
            </a:r>
            <a:r>
              <a:rPr sz="2500" spc="55" dirty="0">
                <a:latin typeface="Lucida Sans Unicode"/>
                <a:cs typeface="Lucida Sans Unicode"/>
              </a:rPr>
              <a:t>mi</a:t>
            </a:r>
            <a:r>
              <a:rPr sz="2500" spc="240" dirty="0">
                <a:latin typeface="Lucida Sans Unicode"/>
                <a:cs typeface="Lucida Sans Unicode"/>
              </a:rPr>
              <a:t> </a:t>
            </a:r>
            <a:r>
              <a:rPr sz="2500" spc="70" dirty="0">
                <a:latin typeface="Lucida Sans Unicode"/>
                <a:cs typeface="Lucida Sans Unicode"/>
              </a:rPr>
              <a:t>proyecto</a:t>
            </a:r>
            <a:r>
              <a:rPr sz="2500" spc="24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surge</a:t>
            </a:r>
            <a:r>
              <a:rPr sz="2500" spc="240" dirty="0">
                <a:latin typeface="Lucida Sans Unicode"/>
                <a:cs typeface="Lucida Sans Unicode"/>
              </a:rPr>
              <a:t> </a:t>
            </a:r>
            <a:r>
              <a:rPr sz="2500" spc="125" dirty="0">
                <a:latin typeface="Lucida Sans Unicode"/>
                <a:cs typeface="Lucida Sans Unicode"/>
              </a:rPr>
              <a:t>de</a:t>
            </a:r>
            <a:r>
              <a:rPr sz="2500" spc="24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un</a:t>
            </a:r>
            <a:r>
              <a:rPr sz="2500" spc="240" dirty="0">
                <a:latin typeface="Lucida Sans Unicode"/>
                <a:cs typeface="Lucida Sans Unicode"/>
              </a:rPr>
              <a:t> </a:t>
            </a:r>
            <a:r>
              <a:rPr sz="2500" spc="90" dirty="0">
                <a:latin typeface="Lucida Sans Unicode"/>
                <a:cs typeface="Lucida Sans Unicode"/>
              </a:rPr>
              <a:t>problema</a:t>
            </a:r>
            <a:r>
              <a:rPr sz="2500" spc="245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que</a:t>
            </a:r>
            <a:r>
              <a:rPr sz="2500" spc="240" dirty="0">
                <a:latin typeface="Lucida Sans Unicode"/>
                <a:cs typeface="Lucida Sans Unicode"/>
              </a:rPr>
              <a:t> </a:t>
            </a:r>
            <a:r>
              <a:rPr sz="2500" spc="145" dirty="0">
                <a:latin typeface="Lucida Sans Unicode"/>
                <a:cs typeface="Lucida Sans Unicode"/>
              </a:rPr>
              <a:t>hay</a:t>
            </a:r>
            <a:r>
              <a:rPr sz="2500" spc="245" dirty="0">
                <a:latin typeface="Lucida Sans Unicode"/>
                <a:cs typeface="Lucida Sans Unicode"/>
              </a:rPr>
              <a:t> </a:t>
            </a:r>
            <a:r>
              <a:rPr sz="2500" spc="65" dirty="0">
                <a:latin typeface="Lucida Sans Unicode"/>
                <a:cs typeface="Lucida Sans Unicode"/>
              </a:rPr>
              <a:t>hoy</a:t>
            </a:r>
            <a:r>
              <a:rPr sz="2500" spc="240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en</a:t>
            </a:r>
            <a:r>
              <a:rPr sz="2500" spc="240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día:</a:t>
            </a:r>
            <a:r>
              <a:rPr sz="2500" spc="245" dirty="0">
                <a:latin typeface="Lucida Sans Unicode"/>
                <a:cs typeface="Lucida Sans Unicode"/>
              </a:rPr>
              <a:t> </a:t>
            </a:r>
            <a:r>
              <a:rPr sz="2500" spc="40" dirty="0">
                <a:latin typeface="Lucida Sans Unicode"/>
                <a:cs typeface="Lucida Sans Unicode"/>
              </a:rPr>
              <a:t>las </a:t>
            </a:r>
            <a:r>
              <a:rPr sz="2500" spc="70" dirty="0">
                <a:latin typeface="Lucida Sans Unicode"/>
                <a:cs typeface="Lucida Sans Unicode"/>
              </a:rPr>
              <a:t>personas</a:t>
            </a:r>
            <a:r>
              <a:rPr sz="2500" spc="105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que</a:t>
            </a:r>
            <a:r>
              <a:rPr sz="2500" spc="110" dirty="0">
                <a:latin typeface="Lucida Sans Unicode"/>
                <a:cs typeface="Lucida Sans Unicode"/>
              </a:rPr>
              <a:t> </a:t>
            </a:r>
            <a:r>
              <a:rPr sz="2500" spc="125" dirty="0">
                <a:latin typeface="Lucida Sans Unicode"/>
                <a:cs typeface="Lucida Sans Unicode"/>
              </a:rPr>
              <a:t>desean</a:t>
            </a:r>
            <a:r>
              <a:rPr sz="2500" spc="110" dirty="0">
                <a:latin typeface="Lucida Sans Unicode"/>
                <a:cs typeface="Lucida Sans Unicode"/>
              </a:rPr>
              <a:t> </a:t>
            </a:r>
            <a:r>
              <a:rPr sz="2500" spc="100" dirty="0">
                <a:latin typeface="Lucida Sans Unicode"/>
                <a:cs typeface="Lucida Sans Unicode"/>
              </a:rPr>
              <a:t>adoptar</a:t>
            </a:r>
            <a:r>
              <a:rPr sz="2500" spc="110" dirty="0">
                <a:latin typeface="Lucida Sans Unicode"/>
                <a:cs typeface="Lucida Sans Unicode"/>
              </a:rPr>
              <a:t> </a:t>
            </a:r>
            <a:r>
              <a:rPr sz="2500" spc="125" dirty="0">
                <a:latin typeface="Lucida Sans Unicode"/>
                <a:cs typeface="Lucida Sans Unicode"/>
              </a:rPr>
              <a:t>una</a:t>
            </a:r>
            <a:r>
              <a:rPr sz="2500" spc="110" dirty="0">
                <a:latin typeface="Lucida Sans Unicode"/>
                <a:cs typeface="Lucida Sans Unicode"/>
              </a:rPr>
              <a:t> </a:t>
            </a:r>
            <a:r>
              <a:rPr sz="2500" spc="155" dirty="0">
                <a:latin typeface="Lucida Sans Unicode"/>
                <a:cs typeface="Lucida Sans Unicode"/>
              </a:rPr>
              <a:t>mascota</a:t>
            </a:r>
            <a:r>
              <a:rPr sz="2500" spc="110" dirty="0">
                <a:latin typeface="Lucida Sans Unicode"/>
                <a:cs typeface="Lucida Sans Unicode"/>
              </a:rPr>
              <a:t> deben </a:t>
            </a:r>
            <a:r>
              <a:rPr sz="2500" spc="95" dirty="0">
                <a:latin typeface="Lucida Sans Unicode"/>
                <a:cs typeface="Lucida Sans Unicode"/>
              </a:rPr>
              <a:t>buscar</a:t>
            </a:r>
            <a:r>
              <a:rPr sz="2500" spc="105" dirty="0">
                <a:latin typeface="Lucida Sans Unicode"/>
                <a:cs typeface="Lucida Sans Unicode"/>
              </a:rPr>
              <a:t> </a:t>
            </a:r>
            <a:r>
              <a:rPr sz="2500" spc="35" dirty="0">
                <a:latin typeface="Lucida Sans Unicode"/>
                <a:cs typeface="Lucida Sans Unicode"/>
              </a:rPr>
              <a:t>información </a:t>
            </a:r>
            <a:r>
              <a:rPr sz="2500" spc="95" dirty="0">
                <a:latin typeface="Lucida Sans Unicode"/>
                <a:cs typeface="Lucida Sans Unicode"/>
              </a:rPr>
              <a:t>en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spc="60" dirty="0">
                <a:latin typeface="Lucida Sans Unicode"/>
                <a:cs typeface="Lucida Sans Unicode"/>
              </a:rPr>
              <a:t>redes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sociales,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spc="-10" dirty="0">
                <a:latin typeface="Lucida Sans Unicode"/>
                <a:cs typeface="Lucida Sans Unicode"/>
              </a:rPr>
              <a:t>foros,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blogs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spc="100" dirty="0">
                <a:latin typeface="Lucida Sans Unicode"/>
                <a:cs typeface="Lucida Sans Unicode"/>
              </a:rPr>
              <a:t>y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spc="110" dirty="0">
                <a:latin typeface="Lucida Sans Unicode"/>
                <a:cs typeface="Lucida Sans Unicode"/>
              </a:rPr>
              <a:t>páginas</a:t>
            </a:r>
            <a:r>
              <a:rPr sz="2500" spc="190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diferentes,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lo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que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spc="180" dirty="0">
                <a:latin typeface="Lucida Sans Unicode"/>
                <a:cs typeface="Lucida Sans Unicode"/>
              </a:rPr>
              <a:t>hace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que</a:t>
            </a:r>
            <a:r>
              <a:rPr sz="2500" spc="185" dirty="0">
                <a:latin typeface="Lucida Sans Unicode"/>
                <a:cs typeface="Lucida Sans Unicode"/>
              </a:rPr>
              <a:t> </a:t>
            </a:r>
            <a:r>
              <a:rPr sz="2500" spc="-25" dirty="0">
                <a:latin typeface="Lucida Sans Unicode"/>
                <a:cs typeface="Lucida Sans Unicode"/>
              </a:rPr>
              <a:t>el </a:t>
            </a:r>
            <a:r>
              <a:rPr sz="2500" spc="70" dirty="0">
                <a:latin typeface="Lucida Sans Unicode"/>
                <a:cs typeface="Lucida Sans Unicode"/>
              </a:rPr>
              <a:t>proceso</a:t>
            </a:r>
            <a:r>
              <a:rPr sz="2500" spc="-95" dirty="0">
                <a:latin typeface="Lucida Sans Unicode"/>
                <a:cs typeface="Lucida Sans Unicode"/>
              </a:rPr>
              <a:t> </a:t>
            </a:r>
            <a:r>
              <a:rPr sz="2500" spc="155" dirty="0">
                <a:latin typeface="Lucida Sans Unicode"/>
                <a:cs typeface="Lucida Sans Unicode"/>
              </a:rPr>
              <a:t>sea</a:t>
            </a:r>
            <a:r>
              <a:rPr sz="2500" spc="-95" dirty="0">
                <a:latin typeface="Lucida Sans Unicode"/>
                <a:cs typeface="Lucida Sans Unicode"/>
              </a:rPr>
              <a:t> </a:t>
            </a:r>
            <a:r>
              <a:rPr sz="2500" spc="180" dirty="0">
                <a:latin typeface="Lucida Sans Unicode"/>
                <a:cs typeface="Lucida Sans Unicode"/>
              </a:rPr>
              <a:t>más</a:t>
            </a:r>
            <a:r>
              <a:rPr sz="2500" spc="-9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lento</a:t>
            </a:r>
            <a:r>
              <a:rPr sz="2500" spc="-95" dirty="0">
                <a:latin typeface="Lucida Sans Unicode"/>
                <a:cs typeface="Lucida Sans Unicode"/>
              </a:rPr>
              <a:t> </a:t>
            </a:r>
            <a:r>
              <a:rPr sz="2500" spc="100" dirty="0">
                <a:latin typeface="Lucida Sans Unicode"/>
                <a:cs typeface="Lucida Sans Unicode"/>
              </a:rPr>
              <a:t>y</a:t>
            </a:r>
            <a:r>
              <a:rPr sz="2500" spc="-95" dirty="0">
                <a:latin typeface="Lucida Sans Unicode"/>
                <a:cs typeface="Lucida Sans Unicode"/>
              </a:rPr>
              <a:t> </a:t>
            </a:r>
            <a:r>
              <a:rPr sz="2500" spc="65" dirty="0">
                <a:latin typeface="Lucida Sans Unicode"/>
                <a:cs typeface="Lucida Sans Unicode"/>
              </a:rPr>
              <a:t>complicado.</a:t>
            </a:r>
            <a:endParaRPr sz="2500">
              <a:latin typeface="Lucida Sans Unicode"/>
              <a:cs typeface="Lucida Sans Unicode"/>
            </a:endParaRPr>
          </a:p>
          <a:p>
            <a:pPr marL="12700" marR="5080" algn="just">
              <a:lnSpc>
                <a:spcPct val="114999"/>
              </a:lnSpc>
            </a:pPr>
            <a:r>
              <a:rPr sz="2500" spc="95" dirty="0">
                <a:latin typeface="Lucida Sans Unicode"/>
                <a:cs typeface="Lucida Sans Unicode"/>
              </a:rPr>
              <a:t>Con</a:t>
            </a:r>
            <a:r>
              <a:rPr sz="2500" spc="315" dirty="0">
                <a:latin typeface="Lucida Sans Unicode"/>
                <a:cs typeface="Lucida Sans Unicode"/>
              </a:rPr>
              <a:t> </a:t>
            </a:r>
            <a:r>
              <a:rPr sz="2500" spc="80" dirty="0">
                <a:latin typeface="Lucida Sans Unicode"/>
                <a:cs typeface="Lucida Sans Unicode"/>
              </a:rPr>
              <a:t>AdoptaYa</a:t>
            </a:r>
            <a:r>
              <a:rPr sz="2500" spc="315" dirty="0">
                <a:latin typeface="Lucida Sans Unicode"/>
                <a:cs typeface="Lucida Sans Unicode"/>
              </a:rPr>
              <a:t> </a:t>
            </a:r>
            <a:r>
              <a:rPr sz="2500" spc="125" dirty="0">
                <a:latin typeface="Lucida Sans Unicode"/>
                <a:cs typeface="Lucida Sans Unicode"/>
              </a:rPr>
              <a:t>buscamos</a:t>
            </a:r>
            <a:r>
              <a:rPr sz="2500" spc="31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solucionar</a:t>
            </a:r>
            <a:r>
              <a:rPr sz="2500" spc="315" dirty="0">
                <a:latin typeface="Lucida Sans Unicode"/>
                <a:cs typeface="Lucida Sans Unicode"/>
              </a:rPr>
              <a:t> </a:t>
            </a:r>
            <a:r>
              <a:rPr sz="2500" spc="70" dirty="0">
                <a:latin typeface="Lucida Sans Unicode"/>
                <a:cs typeface="Lucida Sans Unicode"/>
              </a:rPr>
              <a:t>este</a:t>
            </a:r>
            <a:r>
              <a:rPr sz="2500" spc="315" dirty="0">
                <a:latin typeface="Lucida Sans Unicode"/>
                <a:cs typeface="Lucida Sans Unicode"/>
              </a:rPr>
              <a:t> </a:t>
            </a:r>
            <a:r>
              <a:rPr sz="2500" spc="90" dirty="0">
                <a:latin typeface="Lucida Sans Unicode"/>
                <a:cs typeface="Lucida Sans Unicode"/>
              </a:rPr>
              <a:t>problema</a:t>
            </a:r>
            <a:r>
              <a:rPr sz="2500" spc="31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centralizando</a:t>
            </a:r>
            <a:r>
              <a:rPr sz="2500" spc="315" dirty="0">
                <a:latin typeface="Lucida Sans Unicode"/>
                <a:cs typeface="Lucida Sans Unicode"/>
              </a:rPr>
              <a:t> </a:t>
            </a:r>
            <a:r>
              <a:rPr sz="2500" spc="85" dirty="0">
                <a:latin typeface="Lucida Sans Unicode"/>
                <a:cs typeface="Lucida Sans Unicode"/>
              </a:rPr>
              <a:t>toda </a:t>
            </a:r>
            <a:r>
              <a:rPr sz="2500" spc="90" dirty="0">
                <a:latin typeface="Lucida Sans Unicode"/>
                <a:cs typeface="Lucida Sans Unicode"/>
              </a:rPr>
              <a:t>la</a:t>
            </a:r>
            <a:r>
              <a:rPr sz="2500" spc="280" dirty="0">
                <a:latin typeface="Lucida Sans Unicode"/>
                <a:cs typeface="Lucida Sans Unicode"/>
              </a:rPr>
              <a:t> </a:t>
            </a:r>
            <a:r>
              <a:rPr sz="2500" spc="45" dirty="0">
                <a:latin typeface="Lucida Sans Unicode"/>
                <a:cs typeface="Lucida Sans Unicode"/>
              </a:rPr>
              <a:t>información</a:t>
            </a:r>
            <a:r>
              <a:rPr sz="2500" spc="285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en</a:t>
            </a:r>
            <a:r>
              <a:rPr sz="2500" spc="280" dirty="0">
                <a:latin typeface="Lucida Sans Unicode"/>
                <a:cs typeface="Lucida Sans Unicode"/>
              </a:rPr>
              <a:t> </a:t>
            </a:r>
            <a:r>
              <a:rPr sz="2500" spc="125" dirty="0">
                <a:latin typeface="Lucida Sans Unicode"/>
                <a:cs typeface="Lucida Sans Unicode"/>
              </a:rPr>
              <a:t>una</a:t>
            </a:r>
            <a:r>
              <a:rPr sz="2500" spc="285" dirty="0">
                <a:latin typeface="Lucida Sans Unicode"/>
                <a:cs typeface="Lucida Sans Unicode"/>
              </a:rPr>
              <a:t> </a:t>
            </a:r>
            <a:r>
              <a:rPr sz="2500" spc="55" dirty="0">
                <a:latin typeface="Lucida Sans Unicode"/>
                <a:cs typeface="Lucida Sans Unicode"/>
              </a:rPr>
              <a:t>plataforma.</a:t>
            </a:r>
            <a:r>
              <a:rPr sz="2500" spc="280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De</a:t>
            </a:r>
            <a:r>
              <a:rPr sz="2500" spc="285" dirty="0">
                <a:latin typeface="Lucida Sans Unicode"/>
                <a:cs typeface="Lucida Sans Unicode"/>
              </a:rPr>
              <a:t> </a:t>
            </a:r>
            <a:r>
              <a:rPr sz="2500" spc="105" dirty="0">
                <a:latin typeface="Lucida Sans Unicode"/>
                <a:cs typeface="Lucida Sans Unicode"/>
              </a:rPr>
              <a:t>esta</a:t>
            </a:r>
            <a:r>
              <a:rPr sz="2500" spc="280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forma,</a:t>
            </a:r>
            <a:r>
              <a:rPr sz="2500" spc="28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los</a:t>
            </a:r>
            <a:r>
              <a:rPr sz="2500" spc="280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usuarios</a:t>
            </a:r>
            <a:r>
              <a:rPr sz="2500" spc="285" dirty="0">
                <a:latin typeface="Lucida Sans Unicode"/>
                <a:cs typeface="Lucida Sans Unicode"/>
              </a:rPr>
              <a:t> </a:t>
            </a:r>
            <a:r>
              <a:rPr sz="2500" spc="85" dirty="0">
                <a:latin typeface="Lucida Sans Unicode"/>
                <a:cs typeface="Lucida Sans Unicode"/>
              </a:rPr>
              <a:t>pueden </a:t>
            </a:r>
            <a:r>
              <a:rPr sz="2500" spc="150" dirty="0">
                <a:latin typeface="Lucida Sans Unicode"/>
                <a:cs typeface="Lucida Sans Unicode"/>
              </a:rPr>
              <a:t>acceder</a:t>
            </a:r>
            <a:r>
              <a:rPr sz="2500" spc="60" dirty="0">
                <a:latin typeface="Lucida Sans Unicode"/>
                <a:cs typeface="Lucida Sans Unicode"/>
              </a:rPr>
              <a:t> </a:t>
            </a:r>
            <a:r>
              <a:rPr sz="2500" spc="70" dirty="0">
                <a:latin typeface="Lucida Sans Unicode"/>
                <a:cs typeface="Lucida Sans Unicode"/>
              </a:rPr>
              <a:t>fácilmente</a:t>
            </a:r>
            <a:r>
              <a:rPr sz="2500" spc="65" dirty="0">
                <a:latin typeface="Lucida Sans Unicode"/>
                <a:cs typeface="Lucida Sans Unicode"/>
              </a:rPr>
              <a:t> </a:t>
            </a:r>
            <a:r>
              <a:rPr sz="2500" spc="300" dirty="0">
                <a:latin typeface="Lucida Sans Unicode"/>
                <a:cs typeface="Lucida Sans Unicode"/>
              </a:rPr>
              <a:t>a</a:t>
            </a:r>
            <a:r>
              <a:rPr sz="2500" spc="6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un</a:t>
            </a:r>
            <a:r>
              <a:rPr sz="2500" spc="65" dirty="0">
                <a:latin typeface="Lucida Sans Unicode"/>
                <a:cs typeface="Lucida Sans Unicode"/>
              </a:rPr>
              <a:t> </a:t>
            </a:r>
            <a:r>
              <a:rPr sz="2500" spc="75" dirty="0">
                <a:latin typeface="Lucida Sans Unicode"/>
                <a:cs typeface="Lucida Sans Unicode"/>
              </a:rPr>
              <a:t>amplio</a:t>
            </a:r>
            <a:r>
              <a:rPr sz="2500" spc="65" dirty="0">
                <a:latin typeface="Lucida Sans Unicode"/>
                <a:cs typeface="Lucida Sans Unicode"/>
              </a:rPr>
              <a:t> </a:t>
            </a:r>
            <a:r>
              <a:rPr sz="2500" spc="114" dirty="0">
                <a:latin typeface="Lucida Sans Unicode"/>
                <a:cs typeface="Lucida Sans Unicode"/>
              </a:rPr>
              <a:t>catálogo</a:t>
            </a:r>
            <a:r>
              <a:rPr sz="2500" spc="65" dirty="0">
                <a:latin typeface="Lucida Sans Unicode"/>
                <a:cs typeface="Lucida Sans Unicode"/>
              </a:rPr>
              <a:t> </a:t>
            </a:r>
            <a:r>
              <a:rPr sz="2500" spc="125" dirty="0">
                <a:latin typeface="Lucida Sans Unicode"/>
                <a:cs typeface="Lucida Sans Unicode"/>
              </a:rPr>
              <a:t>de</a:t>
            </a:r>
            <a:r>
              <a:rPr sz="2500" spc="65" dirty="0">
                <a:latin typeface="Lucida Sans Unicode"/>
                <a:cs typeface="Lucida Sans Unicode"/>
              </a:rPr>
              <a:t> </a:t>
            </a:r>
            <a:r>
              <a:rPr sz="2500" spc="140" dirty="0">
                <a:latin typeface="Lucida Sans Unicode"/>
                <a:cs typeface="Lucida Sans Unicode"/>
              </a:rPr>
              <a:t>mascotas</a:t>
            </a:r>
            <a:r>
              <a:rPr sz="2500" spc="65" dirty="0">
                <a:latin typeface="Lucida Sans Unicode"/>
                <a:cs typeface="Lucida Sans Unicode"/>
              </a:rPr>
              <a:t> </a:t>
            </a:r>
            <a:r>
              <a:rPr sz="2500" spc="75" dirty="0">
                <a:latin typeface="Lucida Sans Unicode"/>
                <a:cs typeface="Lucida Sans Unicode"/>
              </a:rPr>
              <a:t>procedentes</a:t>
            </a:r>
            <a:r>
              <a:rPr sz="2500" spc="65" dirty="0">
                <a:latin typeface="Lucida Sans Unicode"/>
                <a:cs typeface="Lucida Sans Unicode"/>
              </a:rPr>
              <a:t> </a:t>
            </a:r>
            <a:r>
              <a:rPr sz="2500" spc="100" dirty="0">
                <a:latin typeface="Lucida Sans Unicode"/>
                <a:cs typeface="Lucida Sans Unicode"/>
              </a:rPr>
              <a:t>de </a:t>
            </a:r>
            <a:r>
              <a:rPr sz="2500" dirty="0">
                <a:latin typeface="Lucida Sans Unicode"/>
                <a:cs typeface="Lucida Sans Unicode"/>
              </a:rPr>
              <a:t>distintos</a:t>
            </a:r>
            <a:r>
              <a:rPr sz="2500" spc="120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refugios</a:t>
            </a:r>
            <a:r>
              <a:rPr sz="2500" spc="125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verificados,</a:t>
            </a:r>
            <a:r>
              <a:rPr sz="2500" spc="120" dirty="0">
                <a:latin typeface="Lucida Sans Unicode"/>
                <a:cs typeface="Lucida Sans Unicode"/>
              </a:rPr>
              <a:t> </a:t>
            </a:r>
            <a:r>
              <a:rPr sz="2500" spc="70" dirty="0">
                <a:latin typeface="Lucida Sans Unicode"/>
                <a:cs typeface="Lucida Sans Unicode"/>
              </a:rPr>
              <a:t>evitando</a:t>
            </a:r>
            <a:r>
              <a:rPr sz="2500" spc="120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tener</a:t>
            </a:r>
            <a:r>
              <a:rPr sz="2500" spc="125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que</a:t>
            </a:r>
            <a:r>
              <a:rPr sz="2500" spc="120" dirty="0">
                <a:latin typeface="Lucida Sans Unicode"/>
                <a:cs typeface="Lucida Sans Unicode"/>
              </a:rPr>
              <a:t> </a:t>
            </a:r>
            <a:r>
              <a:rPr sz="2500" spc="45" dirty="0">
                <a:latin typeface="Lucida Sans Unicode"/>
                <a:cs typeface="Lucida Sans Unicode"/>
              </a:rPr>
              <a:t>consultar</a:t>
            </a:r>
            <a:r>
              <a:rPr sz="2500" spc="125" dirty="0">
                <a:latin typeface="Lucida Sans Unicode"/>
                <a:cs typeface="Lucida Sans Unicode"/>
              </a:rPr>
              <a:t> </a:t>
            </a:r>
            <a:r>
              <a:rPr sz="2500" spc="235" dirty="0">
                <a:latin typeface="Lucida Sans Unicode"/>
                <a:cs typeface="Lucida Sans Unicode"/>
              </a:rPr>
              <a:t>cada</a:t>
            </a:r>
            <a:r>
              <a:rPr sz="2500" spc="120" dirty="0">
                <a:latin typeface="Lucida Sans Unicode"/>
                <a:cs typeface="Lucida Sans Unicode"/>
              </a:rPr>
              <a:t> </a:t>
            </a:r>
            <a:r>
              <a:rPr sz="2500" spc="-10" dirty="0">
                <a:latin typeface="Lucida Sans Unicode"/>
                <a:cs typeface="Lucida Sans Unicode"/>
              </a:rPr>
              <a:t>refugio </a:t>
            </a:r>
            <a:r>
              <a:rPr sz="2500" dirty="0">
                <a:latin typeface="Lucida Sans Unicode"/>
                <a:cs typeface="Lucida Sans Unicode"/>
              </a:rPr>
              <a:t>por</a:t>
            </a:r>
            <a:r>
              <a:rPr sz="2500" spc="-70" dirty="0">
                <a:latin typeface="Lucida Sans Unicode"/>
                <a:cs typeface="Lucida Sans Unicode"/>
              </a:rPr>
              <a:t> </a:t>
            </a:r>
            <a:r>
              <a:rPr sz="2500" spc="60" dirty="0">
                <a:latin typeface="Lucida Sans Unicode"/>
                <a:cs typeface="Lucida Sans Unicode"/>
              </a:rPr>
              <a:t>separado.</a:t>
            </a:r>
            <a:endParaRPr sz="2500">
              <a:latin typeface="Lucida Sans Unicode"/>
              <a:cs typeface="Lucida Sans Unicode"/>
            </a:endParaRPr>
          </a:p>
          <a:p>
            <a:pPr>
              <a:lnSpc>
                <a:spcPct val="100000"/>
              </a:lnSpc>
              <a:spcBef>
                <a:spcPts val="80"/>
              </a:spcBef>
            </a:pPr>
            <a:endParaRPr sz="2500">
              <a:latin typeface="Lucida Sans Unicode"/>
              <a:cs typeface="Lucida Sans Unicode"/>
            </a:endParaRPr>
          </a:p>
          <a:p>
            <a:pPr marL="12700" algn="just">
              <a:lnSpc>
                <a:spcPct val="100000"/>
              </a:lnSpc>
            </a:pPr>
            <a:r>
              <a:rPr sz="3000" b="1" spc="-105" dirty="0">
                <a:solidFill>
                  <a:srgbClr val="204591"/>
                </a:solidFill>
                <a:latin typeface="Tahoma"/>
                <a:cs typeface="Tahoma"/>
              </a:rPr>
              <a:t>PROBLEMAS</a:t>
            </a:r>
            <a:r>
              <a:rPr sz="3000" b="1" spc="-210" dirty="0">
                <a:solidFill>
                  <a:srgbClr val="204591"/>
                </a:solidFill>
                <a:latin typeface="Tahoma"/>
                <a:cs typeface="Tahoma"/>
              </a:rPr>
              <a:t> </a:t>
            </a:r>
            <a:r>
              <a:rPr sz="3000" b="1" spc="140" dirty="0">
                <a:solidFill>
                  <a:srgbClr val="204591"/>
                </a:solidFill>
                <a:latin typeface="Tahoma"/>
                <a:cs typeface="Tahoma"/>
              </a:rPr>
              <a:t>A</a:t>
            </a:r>
            <a:r>
              <a:rPr sz="3000" b="1" spc="-204" dirty="0">
                <a:solidFill>
                  <a:srgbClr val="204591"/>
                </a:solidFill>
                <a:latin typeface="Tahoma"/>
                <a:cs typeface="Tahoma"/>
              </a:rPr>
              <a:t> </a:t>
            </a:r>
            <a:r>
              <a:rPr sz="3000" b="1" spc="-10" dirty="0">
                <a:solidFill>
                  <a:srgbClr val="204591"/>
                </a:solidFill>
                <a:latin typeface="Tahoma"/>
                <a:cs typeface="Tahoma"/>
              </a:rPr>
              <a:t>RESOLVER</a:t>
            </a:r>
            <a:endParaRPr sz="3000">
              <a:latin typeface="Tahoma"/>
              <a:cs typeface="Tahoma"/>
            </a:endParaRPr>
          </a:p>
          <a:p>
            <a:pPr marL="264795" indent="-264795">
              <a:lnSpc>
                <a:spcPct val="100000"/>
              </a:lnSpc>
              <a:spcBef>
                <a:spcPts val="500"/>
              </a:spcBef>
              <a:buSzPct val="84000"/>
              <a:buAutoNum type="arabicPeriod"/>
              <a:tabLst>
                <a:tab pos="264795" algn="l"/>
              </a:tabLst>
            </a:pPr>
            <a:r>
              <a:rPr sz="2500" spc="45" dirty="0">
                <a:latin typeface="Lucida Sans Unicode"/>
                <a:cs typeface="Lucida Sans Unicode"/>
              </a:rPr>
              <a:t>Información</a:t>
            </a:r>
            <a:r>
              <a:rPr sz="2500" spc="-110" dirty="0">
                <a:latin typeface="Lucida Sans Unicode"/>
                <a:cs typeface="Lucida Sans Unicode"/>
              </a:rPr>
              <a:t> </a:t>
            </a:r>
            <a:r>
              <a:rPr sz="2500" spc="-10" dirty="0">
                <a:latin typeface="Lucida Sans Unicode"/>
                <a:cs typeface="Lucida Sans Unicode"/>
              </a:rPr>
              <a:t>dispersa.</a:t>
            </a:r>
            <a:endParaRPr sz="2500">
              <a:latin typeface="Lucida Sans Unicode"/>
              <a:cs typeface="Lucida Sans Unicode"/>
            </a:endParaRPr>
          </a:p>
          <a:p>
            <a:pPr marL="345440" indent="-332740">
              <a:lnSpc>
                <a:spcPct val="100000"/>
              </a:lnSpc>
              <a:spcBef>
                <a:spcPts val="450"/>
              </a:spcBef>
              <a:buSzPct val="84000"/>
              <a:buAutoNum type="arabicPeriod"/>
              <a:tabLst>
                <a:tab pos="345440" algn="l"/>
              </a:tabLst>
            </a:pPr>
            <a:r>
              <a:rPr sz="2500" spc="60" dirty="0">
                <a:latin typeface="Lucida Sans Unicode"/>
                <a:cs typeface="Lucida Sans Unicode"/>
              </a:rPr>
              <a:t>Procesos</a:t>
            </a:r>
            <a:r>
              <a:rPr sz="2500" spc="-114" dirty="0">
                <a:latin typeface="Lucida Sans Unicode"/>
                <a:cs typeface="Lucida Sans Unicode"/>
              </a:rPr>
              <a:t> </a:t>
            </a:r>
            <a:r>
              <a:rPr sz="2500" spc="125" dirty="0">
                <a:latin typeface="Lucida Sans Unicode"/>
                <a:cs typeface="Lucida Sans Unicode"/>
              </a:rPr>
              <a:t>de</a:t>
            </a:r>
            <a:r>
              <a:rPr sz="2500" spc="-110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adopción</a:t>
            </a:r>
            <a:r>
              <a:rPr sz="2500" spc="-110" dirty="0">
                <a:latin typeface="Lucida Sans Unicode"/>
                <a:cs typeface="Lucida Sans Unicode"/>
              </a:rPr>
              <a:t> </a:t>
            </a:r>
            <a:r>
              <a:rPr sz="2500" spc="60" dirty="0">
                <a:latin typeface="Lucida Sans Unicode"/>
                <a:cs typeface="Lucida Sans Unicode"/>
              </a:rPr>
              <a:t>opacos.</a:t>
            </a:r>
            <a:endParaRPr sz="2500">
              <a:latin typeface="Lucida Sans Unicode"/>
              <a:cs typeface="Lucida Sans Unicode"/>
            </a:endParaRPr>
          </a:p>
          <a:p>
            <a:pPr marL="349885" indent="-337185">
              <a:lnSpc>
                <a:spcPct val="100000"/>
              </a:lnSpc>
              <a:spcBef>
                <a:spcPts val="450"/>
              </a:spcBef>
              <a:buSzPct val="84000"/>
              <a:buAutoNum type="arabicPeriod"/>
              <a:tabLst>
                <a:tab pos="349885" algn="l"/>
              </a:tabLst>
            </a:pPr>
            <a:r>
              <a:rPr sz="2500" spc="70" dirty="0">
                <a:latin typeface="Lucida Sans Unicode"/>
                <a:cs typeface="Lucida Sans Unicode"/>
              </a:rPr>
              <a:t>Falta</a:t>
            </a:r>
            <a:r>
              <a:rPr sz="2500" spc="-120" dirty="0">
                <a:latin typeface="Lucida Sans Unicode"/>
                <a:cs typeface="Lucida Sans Unicode"/>
              </a:rPr>
              <a:t> </a:t>
            </a:r>
            <a:r>
              <a:rPr sz="2500" spc="125" dirty="0">
                <a:latin typeface="Lucida Sans Unicode"/>
                <a:cs typeface="Lucida Sans Unicode"/>
              </a:rPr>
              <a:t>de</a:t>
            </a:r>
            <a:r>
              <a:rPr sz="2500" spc="-120" dirty="0">
                <a:latin typeface="Lucida Sans Unicode"/>
                <a:cs typeface="Lucida Sans Unicode"/>
              </a:rPr>
              <a:t> </a:t>
            </a:r>
            <a:r>
              <a:rPr sz="2500" spc="45" dirty="0">
                <a:latin typeface="Lucida Sans Unicode"/>
                <a:cs typeface="Lucida Sans Unicode"/>
              </a:rPr>
              <a:t>confianza</a:t>
            </a:r>
            <a:r>
              <a:rPr sz="2500" spc="-120" dirty="0">
                <a:latin typeface="Lucida Sans Unicode"/>
                <a:cs typeface="Lucida Sans Unicode"/>
              </a:rPr>
              <a:t> </a:t>
            </a:r>
            <a:r>
              <a:rPr sz="2500" spc="95" dirty="0">
                <a:latin typeface="Lucida Sans Unicode"/>
                <a:cs typeface="Lucida Sans Unicode"/>
              </a:rPr>
              <a:t>en</a:t>
            </a:r>
            <a:r>
              <a:rPr sz="2500" spc="-114" dirty="0">
                <a:latin typeface="Lucida Sans Unicode"/>
                <a:cs typeface="Lucida Sans Unicode"/>
              </a:rPr>
              <a:t> </a:t>
            </a:r>
            <a:r>
              <a:rPr sz="2500" dirty="0">
                <a:latin typeface="Lucida Sans Unicode"/>
                <a:cs typeface="Lucida Sans Unicode"/>
              </a:rPr>
              <a:t>los</a:t>
            </a:r>
            <a:r>
              <a:rPr sz="2500" spc="-120" dirty="0">
                <a:latin typeface="Lucida Sans Unicode"/>
                <a:cs typeface="Lucida Sans Unicode"/>
              </a:rPr>
              <a:t> </a:t>
            </a:r>
            <a:r>
              <a:rPr sz="2500" spc="-10" dirty="0">
                <a:latin typeface="Lucida Sans Unicode"/>
                <a:cs typeface="Lucida Sans Unicode"/>
              </a:rPr>
              <a:t>refugios.</a:t>
            </a:r>
            <a:endParaRPr sz="2500">
              <a:latin typeface="Lucida Sans Unicode"/>
              <a:cs typeface="Lucida Sans Unicode"/>
            </a:endParaRPr>
          </a:p>
          <a:p>
            <a:pPr marL="362585" indent="-349885">
              <a:lnSpc>
                <a:spcPct val="100000"/>
              </a:lnSpc>
              <a:spcBef>
                <a:spcPts val="450"/>
              </a:spcBef>
              <a:buSzPct val="84000"/>
              <a:buAutoNum type="arabicPeriod"/>
              <a:tabLst>
                <a:tab pos="362585" algn="l"/>
              </a:tabLst>
            </a:pPr>
            <a:r>
              <a:rPr sz="2500" spc="95" dirty="0">
                <a:latin typeface="Lucida Sans Unicode"/>
                <a:cs typeface="Lucida Sans Unicode"/>
              </a:rPr>
              <a:t>Comunicación</a:t>
            </a:r>
            <a:r>
              <a:rPr sz="2500" spc="-70" dirty="0">
                <a:latin typeface="Lucida Sans Unicode"/>
                <a:cs typeface="Lucida Sans Unicode"/>
              </a:rPr>
              <a:t> </a:t>
            </a:r>
            <a:r>
              <a:rPr sz="2500" spc="85" dirty="0">
                <a:latin typeface="Lucida Sans Unicode"/>
                <a:cs typeface="Lucida Sans Unicode"/>
              </a:rPr>
              <a:t>complicada.</a:t>
            </a:r>
            <a:endParaRPr sz="2500">
              <a:latin typeface="Lucida Sans Unicode"/>
              <a:cs typeface="Lucida Sans Unicode"/>
            </a:endParaRPr>
          </a:p>
          <a:p>
            <a:pPr marL="361950" indent="-349250">
              <a:lnSpc>
                <a:spcPct val="100000"/>
              </a:lnSpc>
              <a:spcBef>
                <a:spcPts val="450"/>
              </a:spcBef>
              <a:buSzPct val="84000"/>
              <a:buAutoNum type="arabicPeriod"/>
              <a:tabLst>
                <a:tab pos="361950" algn="l"/>
              </a:tabLst>
            </a:pPr>
            <a:r>
              <a:rPr sz="2500" dirty="0">
                <a:latin typeface="Lucida Sans Unicode"/>
                <a:cs typeface="Lucida Sans Unicode"/>
              </a:rPr>
              <a:t>Gestión</a:t>
            </a:r>
            <a:r>
              <a:rPr sz="2500" spc="-40" dirty="0">
                <a:latin typeface="Lucida Sans Unicode"/>
                <a:cs typeface="Lucida Sans Unicode"/>
              </a:rPr>
              <a:t> </a:t>
            </a:r>
            <a:r>
              <a:rPr sz="2500" spc="130" dirty="0">
                <a:latin typeface="Lucida Sans Unicode"/>
                <a:cs typeface="Lucida Sans Unicode"/>
              </a:rPr>
              <a:t>manual</a:t>
            </a:r>
            <a:r>
              <a:rPr sz="2500" spc="-40" dirty="0">
                <a:latin typeface="Lucida Sans Unicode"/>
                <a:cs typeface="Lucida Sans Unicode"/>
              </a:rPr>
              <a:t> </a:t>
            </a:r>
            <a:r>
              <a:rPr sz="2500" spc="100" dirty="0">
                <a:latin typeface="Lucida Sans Unicode"/>
                <a:cs typeface="Lucida Sans Unicode"/>
              </a:rPr>
              <a:t>y</a:t>
            </a:r>
            <a:r>
              <a:rPr sz="2500" spc="-40" dirty="0">
                <a:latin typeface="Lucida Sans Unicode"/>
                <a:cs typeface="Lucida Sans Unicode"/>
              </a:rPr>
              <a:t> </a:t>
            </a:r>
            <a:r>
              <a:rPr sz="2500" spc="65" dirty="0">
                <a:latin typeface="Lucida Sans Unicode"/>
                <a:cs typeface="Lucida Sans Unicode"/>
              </a:rPr>
              <a:t>desordenada.</a:t>
            </a:r>
            <a:endParaRPr sz="2500">
              <a:latin typeface="Lucida Sans Unicode"/>
              <a:cs typeface="Lucida Sans Unicode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3016646"/>
            <a:ext cx="18288000" cy="7270750"/>
            <a:chOff x="0" y="3016646"/>
            <a:chExt cx="18288000" cy="727075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11889465" y="3016646"/>
              <a:ext cx="6398533" cy="7270353"/>
            </a:xfrm>
            <a:prstGeom prst="rect">
              <a:avLst/>
            </a:prstGeom>
          </p:spPr>
        </p:pic>
        <p:sp>
          <p:nvSpPr>
            <p:cNvPr id="6" name="object 6"/>
            <p:cNvSpPr/>
            <p:nvPr/>
          </p:nvSpPr>
          <p:spPr>
            <a:xfrm>
              <a:off x="0" y="8104809"/>
              <a:ext cx="18288000" cy="2182495"/>
            </a:xfrm>
            <a:custGeom>
              <a:avLst/>
              <a:gdLst/>
              <a:ahLst/>
              <a:cxnLst/>
              <a:rect l="l" t="t" r="r" b="b"/>
              <a:pathLst>
                <a:path w="18288000" h="2182495">
                  <a:moveTo>
                    <a:pt x="18287988" y="0"/>
                  </a:moveTo>
                  <a:lnTo>
                    <a:pt x="16815537" y="1472450"/>
                  </a:lnTo>
                  <a:lnTo>
                    <a:pt x="0" y="1472450"/>
                  </a:lnTo>
                  <a:lnTo>
                    <a:pt x="0" y="2182190"/>
                  </a:lnTo>
                  <a:lnTo>
                    <a:pt x="16105797" y="2182190"/>
                  </a:lnTo>
                  <a:lnTo>
                    <a:pt x="18287988" y="2182203"/>
                  </a:lnTo>
                  <a:lnTo>
                    <a:pt x="18287988" y="0"/>
                  </a:lnTo>
                  <a:close/>
                </a:path>
              </a:pathLst>
            </a:custGeom>
            <a:solidFill>
              <a:srgbClr val="20459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7" name="object 7"/>
          <p:cNvSpPr txBox="1"/>
          <p:nvPr/>
        </p:nvSpPr>
        <p:spPr>
          <a:xfrm rot="18900000">
            <a:off x="17088649" y="8916414"/>
            <a:ext cx="1198026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Adopta</a:t>
            </a:r>
            <a:r>
              <a:rPr sz="2150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90" dirty="0">
                <a:solidFill>
                  <a:srgbClr val="FFFFFF"/>
                </a:solidFill>
                <a:latin typeface="Trebuchet MS"/>
                <a:cs typeface="Trebuchet MS"/>
              </a:rPr>
              <a:t>Ya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3850213" y="3676713"/>
            <a:ext cx="10587990" cy="3054350"/>
          </a:xfrm>
          <a:prstGeom prst="rect">
            <a:avLst/>
          </a:prstGeom>
        </p:spPr>
        <p:txBody>
          <a:bodyPr vert="horz" wrap="square" lIns="0" tIns="327660" rIns="0" bIns="0" rtlCol="0">
            <a:spAutoFit/>
          </a:bodyPr>
          <a:lstStyle/>
          <a:p>
            <a:pPr marL="3547745" marR="5080" indent="-3535679">
              <a:lnSpc>
                <a:spcPts val="10650"/>
              </a:lnSpc>
              <a:spcBef>
                <a:spcPts val="2580"/>
              </a:spcBef>
            </a:pPr>
            <a:r>
              <a:rPr sz="11000" b="1" spc="-830" dirty="0">
                <a:solidFill>
                  <a:srgbClr val="204591"/>
                </a:solidFill>
                <a:latin typeface="Trebuchet MS"/>
                <a:cs typeface="Trebuchet MS"/>
              </a:rPr>
              <a:t>FUNCIONALIDADES </a:t>
            </a:r>
            <a:r>
              <a:rPr sz="11000" b="1" spc="-1110" dirty="0">
                <a:solidFill>
                  <a:srgbClr val="204591"/>
                </a:solidFill>
                <a:latin typeface="Trebuchet MS"/>
                <a:cs typeface="Trebuchet MS"/>
              </a:rPr>
              <a:t>CLAVE</a:t>
            </a:r>
            <a:endParaRPr sz="1100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1317113" y="2761850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6" y="2223"/>
                </a:lnTo>
                <a:lnTo>
                  <a:pt x="3120321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8" y="158137"/>
                </a:lnTo>
                <a:lnTo>
                  <a:pt x="3414799" y="191838"/>
                </a:lnTo>
                <a:lnTo>
                  <a:pt x="3439840" y="228018"/>
                </a:lnTo>
                <a:lnTo>
                  <a:pt x="3461587" y="266475"/>
                </a:lnTo>
                <a:lnTo>
                  <a:pt x="3479836" y="307004"/>
                </a:lnTo>
                <a:lnTo>
                  <a:pt x="3494385" y="349402"/>
                </a:lnTo>
                <a:lnTo>
                  <a:pt x="3505028" y="393466"/>
                </a:lnTo>
                <a:lnTo>
                  <a:pt x="3511564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4" y="1718299"/>
                </a:lnTo>
                <a:lnTo>
                  <a:pt x="3505028" y="1763824"/>
                </a:lnTo>
                <a:lnTo>
                  <a:pt x="3494385" y="1807888"/>
                </a:lnTo>
                <a:lnTo>
                  <a:pt x="3479836" y="1850286"/>
                </a:lnTo>
                <a:lnTo>
                  <a:pt x="3461587" y="1890815"/>
                </a:lnTo>
                <a:lnTo>
                  <a:pt x="3439840" y="1929272"/>
                </a:lnTo>
                <a:lnTo>
                  <a:pt x="3414799" y="1965452"/>
                </a:lnTo>
                <a:lnTo>
                  <a:pt x="3386668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1" y="2148531"/>
                </a:lnTo>
                <a:lnTo>
                  <a:pt x="3074796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5361619" y="2761850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6" y="2223"/>
                </a:lnTo>
                <a:lnTo>
                  <a:pt x="3120321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49" y="98988"/>
                </a:lnTo>
                <a:lnTo>
                  <a:pt x="3355650" y="127119"/>
                </a:lnTo>
                <a:lnTo>
                  <a:pt x="3386668" y="158137"/>
                </a:lnTo>
                <a:lnTo>
                  <a:pt x="3414799" y="191838"/>
                </a:lnTo>
                <a:lnTo>
                  <a:pt x="3439840" y="228018"/>
                </a:lnTo>
                <a:lnTo>
                  <a:pt x="3461587" y="266475"/>
                </a:lnTo>
                <a:lnTo>
                  <a:pt x="3479836" y="307004"/>
                </a:lnTo>
                <a:lnTo>
                  <a:pt x="3494384" y="349402"/>
                </a:lnTo>
                <a:lnTo>
                  <a:pt x="3505028" y="393466"/>
                </a:lnTo>
                <a:lnTo>
                  <a:pt x="3511563" y="438991"/>
                </a:lnTo>
                <a:lnTo>
                  <a:pt x="3513787" y="485774"/>
                </a:lnTo>
                <a:lnTo>
                  <a:pt x="3513787" y="1671516"/>
                </a:lnTo>
                <a:lnTo>
                  <a:pt x="3511563" y="1718299"/>
                </a:lnTo>
                <a:lnTo>
                  <a:pt x="3505028" y="1763824"/>
                </a:lnTo>
                <a:lnTo>
                  <a:pt x="3494384" y="1807888"/>
                </a:lnTo>
                <a:lnTo>
                  <a:pt x="3479836" y="1850286"/>
                </a:lnTo>
                <a:lnTo>
                  <a:pt x="3461587" y="1890815"/>
                </a:lnTo>
                <a:lnTo>
                  <a:pt x="3439840" y="1929272"/>
                </a:lnTo>
                <a:lnTo>
                  <a:pt x="3414799" y="1965452"/>
                </a:lnTo>
                <a:lnTo>
                  <a:pt x="3386668" y="1999153"/>
                </a:lnTo>
                <a:lnTo>
                  <a:pt x="3355650" y="2030171"/>
                </a:lnTo>
                <a:lnTo>
                  <a:pt x="3321949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1" y="2148531"/>
                </a:lnTo>
                <a:lnTo>
                  <a:pt x="3074796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409358" y="2761850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2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2" y="0"/>
                </a:lnTo>
                <a:lnTo>
                  <a:pt x="3074796" y="2223"/>
                </a:lnTo>
                <a:lnTo>
                  <a:pt x="3120321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1" y="228018"/>
                </a:lnTo>
                <a:lnTo>
                  <a:pt x="3461587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4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4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7" y="1890815"/>
                </a:lnTo>
                <a:lnTo>
                  <a:pt x="3439841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1" y="2148531"/>
                </a:lnTo>
                <a:lnTo>
                  <a:pt x="3074796" y="2155067"/>
                </a:lnTo>
                <a:lnTo>
                  <a:pt x="3028012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3457097" y="2761850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7" y="2223"/>
                </a:lnTo>
                <a:lnTo>
                  <a:pt x="3120322" y="8759"/>
                </a:lnTo>
                <a:lnTo>
                  <a:pt x="3164386" y="19402"/>
                </a:lnTo>
                <a:lnTo>
                  <a:pt x="3206784" y="33951"/>
                </a:lnTo>
                <a:lnTo>
                  <a:pt x="3247313" y="52200"/>
                </a:lnTo>
                <a:lnTo>
                  <a:pt x="3285770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1" y="228018"/>
                </a:lnTo>
                <a:lnTo>
                  <a:pt x="3461588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5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5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8" y="1890815"/>
                </a:lnTo>
                <a:lnTo>
                  <a:pt x="3439841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70" y="2083343"/>
                </a:lnTo>
                <a:lnTo>
                  <a:pt x="3247313" y="2105090"/>
                </a:lnTo>
                <a:lnTo>
                  <a:pt x="3206784" y="2123339"/>
                </a:lnTo>
                <a:lnTo>
                  <a:pt x="3164386" y="2137888"/>
                </a:lnTo>
                <a:lnTo>
                  <a:pt x="3120322" y="2148531"/>
                </a:lnTo>
                <a:lnTo>
                  <a:pt x="3074797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317113" y="5367858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6" y="2223"/>
                </a:lnTo>
                <a:lnTo>
                  <a:pt x="3120321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8" y="158137"/>
                </a:lnTo>
                <a:lnTo>
                  <a:pt x="3414799" y="191838"/>
                </a:lnTo>
                <a:lnTo>
                  <a:pt x="3439840" y="228018"/>
                </a:lnTo>
                <a:lnTo>
                  <a:pt x="3461587" y="266475"/>
                </a:lnTo>
                <a:lnTo>
                  <a:pt x="3479836" y="307004"/>
                </a:lnTo>
                <a:lnTo>
                  <a:pt x="3494385" y="349402"/>
                </a:lnTo>
                <a:lnTo>
                  <a:pt x="3505028" y="393466"/>
                </a:lnTo>
                <a:lnTo>
                  <a:pt x="3511564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4" y="1718299"/>
                </a:lnTo>
                <a:lnTo>
                  <a:pt x="3505028" y="1763824"/>
                </a:lnTo>
                <a:lnTo>
                  <a:pt x="3494385" y="1807888"/>
                </a:lnTo>
                <a:lnTo>
                  <a:pt x="3479836" y="1850286"/>
                </a:lnTo>
                <a:lnTo>
                  <a:pt x="3461587" y="1890815"/>
                </a:lnTo>
                <a:lnTo>
                  <a:pt x="3439840" y="1929272"/>
                </a:lnTo>
                <a:lnTo>
                  <a:pt x="3414799" y="1965452"/>
                </a:lnTo>
                <a:lnTo>
                  <a:pt x="3386668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1" y="2148531"/>
                </a:lnTo>
                <a:lnTo>
                  <a:pt x="3074796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5361619" y="5367858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6" y="2223"/>
                </a:lnTo>
                <a:lnTo>
                  <a:pt x="3120321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49" y="98988"/>
                </a:lnTo>
                <a:lnTo>
                  <a:pt x="3355650" y="127119"/>
                </a:lnTo>
                <a:lnTo>
                  <a:pt x="3386668" y="158137"/>
                </a:lnTo>
                <a:lnTo>
                  <a:pt x="3414799" y="191838"/>
                </a:lnTo>
                <a:lnTo>
                  <a:pt x="3439840" y="228018"/>
                </a:lnTo>
                <a:lnTo>
                  <a:pt x="3461587" y="266475"/>
                </a:lnTo>
                <a:lnTo>
                  <a:pt x="3479836" y="307004"/>
                </a:lnTo>
                <a:lnTo>
                  <a:pt x="3494384" y="349402"/>
                </a:lnTo>
                <a:lnTo>
                  <a:pt x="3505028" y="393466"/>
                </a:lnTo>
                <a:lnTo>
                  <a:pt x="3511563" y="438991"/>
                </a:lnTo>
                <a:lnTo>
                  <a:pt x="3513787" y="485774"/>
                </a:lnTo>
                <a:lnTo>
                  <a:pt x="3513787" y="1671516"/>
                </a:lnTo>
                <a:lnTo>
                  <a:pt x="3511563" y="1718299"/>
                </a:lnTo>
                <a:lnTo>
                  <a:pt x="3505028" y="1763824"/>
                </a:lnTo>
                <a:lnTo>
                  <a:pt x="3494384" y="1807888"/>
                </a:lnTo>
                <a:lnTo>
                  <a:pt x="3479836" y="1850286"/>
                </a:lnTo>
                <a:lnTo>
                  <a:pt x="3461587" y="1890815"/>
                </a:lnTo>
                <a:lnTo>
                  <a:pt x="3439840" y="1929272"/>
                </a:lnTo>
                <a:lnTo>
                  <a:pt x="3414799" y="1965452"/>
                </a:lnTo>
                <a:lnTo>
                  <a:pt x="3386668" y="1999153"/>
                </a:lnTo>
                <a:lnTo>
                  <a:pt x="3355650" y="2030171"/>
                </a:lnTo>
                <a:lnTo>
                  <a:pt x="3321949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1" y="2148531"/>
                </a:lnTo>
                <a:lnTo>
                  <a:pt x="3074796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9409358" y="5367858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2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2" y="0"/>
                </a:lnTo>
                <a:lnTo>
                  <a:pt x="3074796" y="2223"/>
                </a:lnTo>
                <a:lnTo>
                  <a:pt x="3120321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1" y="228018"/>
                </a:lnTo>
                <a:lnTo>
                  <a:pt x="3461587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4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4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7" y="1890815"/>
                </a:lnTo>
                <a:lnTo>
                  <a:pt x="3439841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1" y="2148531"/>
                </a:lnTo>
                <a:lnTo>
                  <a:pt x="3074796" y="2155067"/>
                </a:lnTo>
                <a:lnTo>
                  <a:pt x="3028012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/>
          <p:nvPr/>
        </p:nvSpPr>
        <p:spPr>
          <a:xfrm>
            <a:off x="13457097" y="5367858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7" y="2223"/>
                </a:lnTo>
                <a:lnTo>
                  <a:pt x="3120322" y="8759"/>
                </a:lnTo>
                <a:lnTo>
                  <a:pt x="3164386" y="19402"/>
                </a:lnTo>
                <a:lnTo>
                  <a:pt x="3206784" y="33951"/>
                </a:lnTo>
                <a:lnTo>
                  <a:pt x="3247313" y="52200"/>
                </a:lnTo>
                <a:lnTo>
                  <a:pt x="3285770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1" y="228018"/>
                </a:lnTo>
                <a:lnTo>
                  <a:pt x="3461588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5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5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8" y="1890815"/>
                </a:lnTo>
                <a:lnTo>
                  <a:pt x="3439841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70" y="2083343"/>
                </a:lnTo>
                <a:lnTo>
                  <a:pt x="3247313" y="2105090"/>
                </a:lnTo>
                <a:lnTo>
                  <a:pt x="3206784" y="2123339"/>
                </a:lnTo>
                <a:lnTo>
                  <a:pt x="3164386" y="2137888"/>
                </a:lnTo>
                <a:lnTo>
                  <a:pt x="3120322" y="2148531"/>
                </a:lnTo>
                <a:lnTo>
                  <a:pt x="3074797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2" name="object 12"/>
          <p:cNvSpPr txBox="1"/>
          <p:nvPr/>
        </p:nvSpPr>
        <p:spPr>
          <a:xfrm>
            <a:off x="1919728" y="3119764"/>
            <a:ext cx="2308225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99"/>
              </a:lnSpc>
              <a:spcBef>
                <a:spcPts val="100"/>
              </a:spcBef>
            </a:pPr>
            <a:r>
              <a:rPr sz="2500" spc="105" dirty="0">
                <a:solidFill>
                  <a:srgbClr val="FFFFFF"/>
                </a:solidFill>
                <a:latin typeface="Lucida Sans Unicode"/>
                <a:cs typeface="Lucida Sans Unicode"/>
              </a:rPr>
              <a:t>Catálogo</a:t>
            </a:r>
            <a:r>
              <a:rPr sz="2500" spc="-10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5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mascotas</a:t>
            </a:r>
            <a:r>
              <a:rPr sz="25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con </a:t>
            </a:r>
            <a:r>
              <a:rPr sz="2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filtros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6217289" y="3119764"/>
            <a:ext cx="1805939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065" marR="5080" algn="ctr">
              <a:lnSpc>
                <a:spcPct val="114999"/>
              </a:lnSpc>
              <a:spcBef>
                <a:spcPts val="100"/>
              </a:spcBef>
            </a:pPr>
            <a:r>
              <a:rPr sz="25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Sistema</a:t>
            </a:r>
            <a:r>
              <a:rPr sz="25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5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adopcion </a:t>
            </a:r>
            <a:r>
              <a:rPr sz="25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realista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0215981" y="3338839"/>
            <a:ext cx="190055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9690" marR="5080" indent="-47625">
              <a:lnSpc>
                <a:spcPct val="114999"/>
              </a:lnSpc>
              <a:spcBef>
                <a:spcPts val="100"/>
              </a:spcBef>
            </a:pPr>
            <a:r>
              <a:rPr sz="2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Verificación </a:t>
            </a:r>
            <a:r>
              <a:rPr sz="2500" spc="125" dirty="0">
                <a:solidFill>
                  <a:srgbClr val="FFFFFF"/>
                </a:solidFill>
                <a:latin typeface="Lucida Sans Unicode"/>
                <a:cs typeface="Lucida Sans Unicode"/>
              </a:rPr>
              <a:t>de</a:t>
            </a:r>
            <a:r>
              <a:rPr sz="25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refugios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1857667" y="5944847"/>
            <a:ext cx="243268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516890">
              <a:lnSpc>
                <a:spcPct val="114999"/>
              </a:lnSpc>
              <a:spcBef>
                <a:spcPts val="100"/>
              </a:spcBef>
            </a:pPr>
            <a:r>
              <a:rPr sz="2500" spc="80" dirty="0">
                <a:solidFill>
                  <a:srgbClr val="FFFFFF"/>
                </a:solidFill>
                <a:latin typeface="Lucida Sans Unicode"/>
                <a:cs typeface="Lucida Sans Unicode"/>
              </a:rPr>
              <a:t>Panel</a:t>
            </a:r>
            <a:r>
              <a:rPr sz="2500" spc="-10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5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administración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6020619" y="5725772"/>
            <a:ext cx="2199005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Lucida Sans Unicode"/>
                <a:cs typeface="Lucida Sans Unicode"/>
              </a:rPr>
              <a:t>Gestión</a:t>
            </a:r>
            <a:r>
              <a:rPr sz="2500" spc="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500" spc="140" dirty="0">
                <a:solidFill>
                  <a:srgbClr val="FFFFFF"/>
                </a:solidFill>
                <a:latin typeface="Lucida Sans Unicode"/>
                <a:cs typeface="Lucida Sans Unicode"/>
              </a:rPr>
              <a:t>mascotas</a:t>
            </a:r>
            <a:r>
              <a:rPr sz="25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-25" dirty="0">
                <a:solidFill>
                  <a:srgbClr val="FFFFFF"/>
                </a:solidFill>
                <a:latin typeface="Lucida Sans Unicode"/>
                <a:cs typeface="Lucida Sans Unicode"/>
              </a:rPr>
              <a:t>del </a:t>
            </a:r>
            <a:r>
              <a:rPr sz="2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refugio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10164953" y="6221110"/>
            <a:ext cx="2007235" cy="4064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500" spc="120" dirty="0">
                <a:solidFill>
                  <a:srgbClr val="FFFFFF"/>
                </a:solidFill>
                <a:latin typeface="Lucida Sans Unicode"/>
                <a:cs typeface="Lucida Sans Unicode"/>
              </a:rPr>
              <a:t>Chat</a:t>
            </a:r>
            <a:r>
              <a:rPr sz="2500" spc="-11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interno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8" name="object 18"/>
          <p:cNvSpPr txBox="1"/>
          <p:nvPr/>
        </p:nvSpPr>
        <p:spPr>
          <a:xfrm>
            <a:off x="13964015" y="3338839"/>
            <a:ext cx="2499995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868680" marR="5080" indent="-856615">
              <a:lnSpc>
                <a:spcPct val="114999"/>
              </a:lnSpc>
              <a:spcBef>
                <a:spcPts val="100"/>
              </a:spcBef>
            </a:pPr>
            <a:r>
              <a:rPr sz="25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Autenticación</a:t>
            </a:r>
            <a:r>
              <a:rPr sz="2500" spc="-9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50" dirty="0">
                <a:solidFill>
                  <a:srgbClr val="FFFFFF"/>
                </a:solidFill>
                <a:latin typeface="Lucida Sans Unicode"/>
                <a:cs typeface="Lucida Sans Unicode"/>
              </a:rPr>
              <a:t>y </a:t>
            </a:r>
            <a:r>
              <a:rPr sz="2500" spc="-20" dirty="0">
                <a:solidFill>
                  <a:srgbClr val="FFFFFF"/>
                </a:solidFill>
                <a:latin typeface="Lucida Sans Unicode"/>
                <a:cs typeface="Lucida Sans Unicode"/>
              </a:rPr>
              <a:t>roles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4399770" y="5944847"/>
            <a:ext cx="163322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7780" marR="5080" indent="-5715">
              <a:lnSpc>
                <a:spcPct val="114999"/>
              </a:lnSpc>
              <a:spcBef>
                <a:spcPts val="100"/>
              </a:spcBef>
            </a:pPr>
            <a:r>
              <a:rPr sz="25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Subida</a:t>
            </a:r>
            <a:r>
              <a:rPr sz="25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imágenes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20" name="object 20"/>
          <p:cNvSpPr/>
          <p:nvPr/>
        </p:nvSpPr>
        <p:spPr>
          <a:xfrm>
            <a:off x="0" y="8104809"/>
            <a:ext cx="18288000" cy="2182495"/>
          </a:xfrm>
          <a:custGeom>
            <a:avLst/>
            <a:gdLst/>
            <a:ahLst/>
            <a:cxnLst/>
            <a:rect l="l" t="t" r="r" b="b"/>
            <a:pathLst>
              <a:path w="18288000" h="2182495">
                <a:moveTo>
                  <a:pt x="18287988" y="0"/>
                </a:moveTo>
                <a:lnTo>
                  <a:pt x="16815537" y="1472450"/>
                </a:lnTo>
                <a:lnTo>
                  <a:pt x="0" y="1472450"/>
                </a:lnTo>
                <a:lnTo>
                  <a:pt x="0" y="2182190"/>
                </a:lnTo>
                <a:lnTo>
                  <a:pt x="16105797" y="2182190"/>
                </a:lnTo>
                <a:lnTo>
                  <a:pt x="18287988" y="2182203"/>
                </a:lnTo>
                <a:lnTo>
                  <a:pt x="18287988" y="0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1" name="object 21"/>
          <p:cNvSpPr txBox="1"/>
          <p:nvPr/>
        </p:nvSpPr>
        <p:spPr>
          <a:xfrm rot="18900000">
            <a:off x="17088649" y="8916414"/>
            <a:ext cx="1198026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Adopta</a:t>
            </a:r>
            <a:r>
              <a:rPr sz="2150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90" dirty="0">
                <a:solidFill>
                  <a:srgbClr val="FFFFFF"/>
                </a:solidFill>
                <a:latin typeface="Trebuchet MS"/>
                <a:cs typeface="Trebuchet MS"/>
              </a:rPr>
              <a:t>Ya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755" dirty="0"/>
              <a:t>S</a:t>
            </a:r>
            <a:r>
              <a:rPr spc="-1310" dirty="0"/>
              <a:t>T</a:t>
            </a:r>
            <a:r>
              <a:rPr spc="-919" dirty="0"/>
              <a:t>A</a:t>
            </a:r>
            <a:r>
              <a:rPr spc="-760" dirty="0"/>
              <a:t>C</a:t>
            </a:r>
            <a:r>
              <a:rPr spc="-750" dirty="0"/>
              <a:t>K</a:t>
            </a:r>
            <a:r>
              <a:rPr spc="-500" dirty="0"/>
              <a:t> </a:t>
            </a:r>
            <a:r>
              <a:rPr spc="-1070" dirty="0"/>
              <a:t>TECNOLÓGICO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1483386" y="1763254"/>
            <a:ext cx="15325724" cy="6762749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8104809"/>
            <a:ext cx="18288000" cy="2182495"/>
          </a:xfrm>
          <a:custGeom>
            <a:avLst/>
            <a:gdLst/>
            <a:ahLst/>
            <a:cxnLst/>
            <a:rect l="l" t="t" r="r" b="b"/>
            <a:pathLst>
              <a:path w="18288000" h="2182495">
                <a:moveTo>
                  <a:pt x="18287988" y="0"/>
                </a:moveTo>
                <a:lnTo>
                  <a:pt x="16815537" y="1472450"/>
                </a:lnTo>
                <a:lnTo>
                  <a:pt x="0" y="1472450"/>
                </a:lnTo>
                <a:lnTo>
                  <a:pt x="0" y="2182190"/>
                </a:lnTo>
                <a:lnTo>
                  <a:pt x="16105797" y="2182190"/>
                </a:lnTo>
                <a:lnTo>
                  <a:pt x="18287988" y="2182203"/>
                </a:lnTo>
                <a:lnTo>
                  <a:pt x="18287988" y="0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 rot="18900000">
            <a:off x="17088649" y="8916414"/>
            <a:ext cx="1198026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Adopta</a:t>
            </a:r>
            <a:r>
              <a:rPr sz="2150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90" dirty="0">
                <a:solidFill>
                  <a:srgbClr val="FFFFFF"/>
                </a:solidFill>
                <a:latin typeface="Trebuchet MS"/>
                <a:cs typeface="Trebuchet MS"/>
              </a:rPr>
              <a:t>Ya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634615">
              <a:lnSpc>
                <a:spcPct val="100000"/>
              </a:lnSpc>
              <a:spcBef>
                <a:spcPts val="100"/>
              </a:spcBef>
            </a:pPr>
            <a:r>
              <a:rPr spc="-645" dirty="0"/>
              <a:t>SEGURIDAD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365270" y="1653955"/>
            <a:ext cx="17554574" cy="69818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8104809"/>
            <a:ext cx="18288000" cy="2182495"/>
          </a:xfrm>
          <a:custGeom>
            <a:avLst/>
            <a:gdLst/>
            <a:ahLst/>
            <a:cxnLst/>
            <a:rect l="l" t="t" r="r" b="b"/>
            <a:pathLst>
              <a:path w="18288000" h="2182495">
                <a:moveTo>
                  <a:pt x="18287988" y="0"/>
                </a:moveTo>
                <a:lnTo>
                  <a:pt x="16815537" y="1472450"/>
                </a:lnTo>
                <a:lnTo>
                  <a:pt x="0" y="1472450"/>
                </a:lnTo>
                <a:lnTo>
                  <a:pt x="0" y="2182190"/>
                </a:lnTo>
                <a:lnTo>
                  <a:pt x="16105797" y="2182190"/>
                </a:lnTo>
                <a:lnTo>
                  <a:pt x="18287988" y="2182203"/>
                </a:lnTo>
                <a:lnTo>
                  <a:pt x="18287988" y="0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 rot="18900000">
            <a:off x="17088649" y="8916414"/>
            <a:ext cx="1198026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Adopta</a:t>
            </a:r>
            <a:r>
              <a:rPr sz="2150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90" dirty="0">
                <a:solidFill>
                  <a:srgbClr val="FFFFFF"/>
                </a:solidFill>
                <a:latin typeface="Trebuchet MS"/>
                <a:cs typeface="Trebuchet MS"/>
              </a:rPr>
              <a:t>Ya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506980">
              <a:lnSpc>
                <a:spcPct val="100000"/>
              </a:lnSpc>
              <a:spcBef>
                <a:spcPts val="100"/>
              </a:spcBef>
            </a:pPr>
            <a:r>
              <a:rPr spc="-819" dirty="0"/>
              <a:t>DESPLIEGUE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4" cstate="print"/>
          <a:stretch>
            <a:fillRect/>
          </a:stretch>
        </p:blipFill>
        <p:spPr>
          <a:xfrm>
            <a:off x="2125268" y="1194920"/>
            <a:ext cx="14039849" cy="7896224"/>
          </a:xfrm>
          <a:prstGeom prst="rect">
            <a:avLst/>
          </a:prstGeom>
        </p:spPr>
      </p:pic>
      <p:sp>
        <p:nvSpPr>
          <p:cNvPr id="5" name="object 5"/>
          <p:cNvSpPr/>
          <p:nvPr/>
        </p:nvSpPr>
        <p:spPr>
          <a:xfrm>
            <a:off x="0" y="8104809"/>
            <a:ext cx="18288000" cy="2182495"/>
          </a:xfrm>
          <a:custGeom>
            <a:avLst/>
            <a:gdLst/>
            <a:ahLst/>
            <a:cxnLst/>
            <a:rect l="l" t="t" r="r" b="b"/>
            <a:pathLst>
              <a:path w="18288000" h="2182495">
                <a:moveTo>
                  <a:pt x="18287988" y="0"/>
                </a:moveTo>
                <a:lnTo>
                  <a:pt x="16815537" y="1472450"/>
                </a:lnTo>
                <a:lnTo>
                  <a:pt x="0" y="1472450"/>
                </a:lnTo>
                <a:lnTo>
                  <a:pt x="0" y="2182190"/>
                </a:lnTo>
                <a:lnTo>
                  <a:pt x="16105797" y="2182190"/>
                </a:lnTo>
                <a:lnTo>
                  <a:pt x="18287988" y="2182203"/>
                </a:lnTo>
                <a:lnTo>
                  <a:pt x="18287988" y="0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 rot="18900000">
            <a:off x="17088649" y="8916414"/>
            <a:ext cx="1198026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Adopta</a:t>
            </a:r>
            <a:r>
              <a:rPr sz="2150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90" dirty="0">
                <a:solidFill>
                  <a:srgbClr val="FFFFFF"/>
                </a:solidFill>
                <a:latin typeface="Trebuchet MS"/>
                <a:cs typeface="Trebuchet MS"/>
              </a:rPr>
              <a:t>Ya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  <p:sp>
        <p:nvSpPr>
          <p:cNvPr id="4" name="object 4"/>
          <p:cNvSpPr txBox="1">
            <a:spLocks noGrp="1"/>
          </p:cNvSpPr>
          <p:nvPr>
            <p:ph type="title"/>
          </p:nvPr>
        </p:nvSpPr>
        <p:spPr>
          <a:xfrm>
            <a:off x="4639449" y="4118414"/>
            <a:ext cx="9009380" cy="1701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825" dirty="0"/>
              <a:t>DEMOSTRACIÓN</a:t>
            </a:r>
          </a:p>
        </p:txBody>
      </p:sp>
      <p:sp>
        <p:nvSpPr>
          <p:cNvPr id="5" name="object 5"/>
          <p:cNvSpPr txBox="1"/>
          <p:nvPr/>
        </p:nvSpPr>
        <p:spPr>
          <a:xfrm>
            <a:off x="4675139" y="5749099"/>
            <a:ext cx="8937625" cy="502920"/>
          </a:xfrm>
          <a:prstGeom prst="rect">
            <a:avLst/>
          </a:prstGeom>
        </p:spPr>
        <p:txBody>
          <a:bodyPr vert="horz" wrap="square" lIns="0" tIns="1651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30"/>
              </a:spcBef>
              <a:tabLst>
                <a:tab pos="2589530" algn="l"/>
                <a:tab pos="2931795" algn="l"/>
                <a:tab pos="5963920" algn="l"/>
                <a:tab pos="6541134" algn="l"/>
                <a:tab pos="7035800" algn="l"/>
              </a:tabLst>
            </a:pPr>
            <a:r>
              <a:rPr sz="3100" spc="60" dirty="0">
                <a:latin typeface="Trebuchet MS"/>
                <a:cs typeface="Trebuchet MS"/>
              </a:rPr>
              <a:t>Presentación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100" spc="-355" dirty="0">
                <a:latin typeface="Trebuchet MS"/>
                <a:cs typeface="Trebuchet MS"/>
              </a:rPr>
              <a:t>y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100" spc="-254" dirty="0">
                <a:latin typeface="Trebuchet MS"/>
                <a:cs typeface="Trebuchet MS"/>
              </a:rPr>
              <a:t>f</a:t>
            </a:r>
            <a:r>
              <a:rPr sz="3100" spc="-560" dirty="0">
                <a:latin typeface="Trebuchet MS"/>
                <a:cs typeface="Trebuchet MS"/>
              </a:rPr>
              <a:t> </a:t>
            </a:r>
            <a:r>
              <a:rPr sz="3100" spc="-10" dirty="0">
                <a:latin typeface="Trebuchet MS"/>
                <a:cs typeface="Trebuchet MS"/>
              </a:rPr>
              <a:t>uncionamiento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100" spc="-25" dirty="0">
                <a:latin typeface="Trebuchet MS"/>
                <a:cs typeface="Trebuchet MS"/>
              </a:rPr>
              <a:t>de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100" spc="-210" dirty="0">
                <a:latin typeface="Trebuchet MS"/>
                <a:cs typeface="Trebuchet MS"/>
              </a:rPr>
              <a:t>l</a:t>
            </a:r>
            <a:r>
              <a:rPr sz="3100" spc="-555" dirty="0">
                <a:latin typeface="Trebuchet MS"/>
                <a:cs typeface="Trebuchet MS"/>
              </a:rPr>
              <a:t> </a:t>
            </a:r>
            <a:r>
              <a:rPr sz="3100" spc="-345" dirty="0">
                <a:latin typeface="Trebuchet MS"/>
                <a:cs typeface="Trebuchet MS"/>
              </a:rPr>
              <a:t>a</a:t>
            </a:r>
            <a:r>
              <a:rPr sz="3100" dirty="0">
                <a:latin typeface="Trebuchet MS"/>
                <a:cs typeface="Trebuchet MS"/>
              </a:rPr>
              <a:t>	</a:t>
            </a:r>
            <a:r>
              <a:rPr sz="3100" spc="55" dirty="0">
                <a:latin typeface="Trebuchet MS"/>
                <a:cs typeface="Trebuchet MS"/>
              </a:rPr>
              <a:t>aplicación</a:t>
            </a:r>
            <a:endParaRPr sz="310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561975">
              <a:lnSpc>
                <a:spcPct val="100000"/>
              </a:lnSpc>
              <a:spcBef>
                <a:spcPts val="100"/>
              </a:spcBef>
            </a:pPr>
            <a:r>
              <a:rPr spc="-975" dirty="0"/>
              <a:t>FUTURAS</a:t>
            </a:r>
            <a:r>
              <a:rPr spc="-470" dirty="0"/>
              <a:t> </a:t>
            </a:r>
            <a:r>
              <a:rPr spc="-925" dirty="0"/>
              <a:t>MEJORAS</a:t>
            </a: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985126" y="3076657"/>
            <a:ext cx="6302872" cy="7210342"/>
          </a:xfrm>
          <a:prstGeom prst="rect">
            <a:avLst/>
          </a:prstGeom>
        </p:spPr>
      </p:pic>
      <p:pic>
        <p:nvPicPr>
          <p:cNvPr id="3" name="object 3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0" y="0"/>
            <a:ext cx="866774" cy="866774"/>
          </a:xfrm>
          <a:prstGeom prst="rect">
            <a:avLst/>
          </a:prstGeom>
        </p:spPr>
      </p:pic>
      <p:sp>
        <p:nvSpPr>
          <p:cNvPr id="4" name="object 4"/>
          <p:cNvSpPr/>
          <p:nvPr/>
        </p:nvSpPr>
        <p:spPr>
          <a:xfrm>
            <a:off x="3340983" y="2761850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6" y="2223"/>
                </a:lnTo>
                <a:lnTo>
                  <a:pt x="3120322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0" y="228018"/>
                </a:lnTo>
                <a:lnTo>
                  <a:pt x="3461587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4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4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7" y="1890815"/>
                </a:lnTo>
                <a:lnTo>
                  <a:pt x="3439840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2" y="2148531"/>
                </a:lnTo>
                <a:lnTo>
                  <a:pt x="3074796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7385488" y="2761850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6" y="2223"/>
                </a:lnTo>
                <a:lnTo>
                  <a:pt x="3120321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0" y="228018"/>
                </a:lnTo>
                <a:lnTo>
                  <a:pt x="3461587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4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4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7" y="1890815"/>
                </a:lnTo>
                <a:lnTo>
                  <a:pt x="3439840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1" y="2148531"/>
                </a:lnTo>
                <a:lnTo>
                  <a:pt x="3074796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11433227" y="2761850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7" y="2223"/>
                </a:lnTo>
                <a:lnTo>
                  <a:pt x="3120322" y="8759"/>
                </a:lnTo>
                <a:lnTo>
                  <a:pt x="3164386" y="19402"/>
                </a:lnTo>
                <a:lnTo>
                  <a:pt x="3206784" y="33951"/>
                </a:lnTo>
                <a:lnTo>
                  <a:pt x="3247313" y="52200"/>
                </a:lnTo>
                <a:lnTo>
                  <a:pt x="3285770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1" y="228018"/>
                </a:lnTo>
                <a:lnTo>
                  <a:pt x="3461588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5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5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8" y="1890815"/>
                </a:lnTo>
                <a:lnTo>
                  <a:pt x="3439841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70" y="2083343"/>
                </a:lnTo>
                <a:lnTo>
                  <a:pt x="3247313" y="2105090"/>
                </a:lnTo>
                <a:lnTo>
                  <a:pt x="3206784" y="2123339"/>
                </a:lnTo>
                <a:lnTo>
                  <a:pt x="3164386" y="2137888"/>
                </a:lnTo>
                <a:lnTo>
                  <a:pt x="3120322" y="2148531"/>
                </a:lnTo>
                <a:lnTo>
                  <a:pt x="3074797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3340983" y="5367858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6" y="2223"/>
                </a:lnTo>
                <a:lnTo>
                  <a:pt x="3120322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0" y="228018"/>
                </a:lnTo>
                <a:lnTo>
                  <a:pt x="3461587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4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4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7" y="1890815"/>
                </a:lnTo>
                <a:lnTo>
                  <a:pt x="3439840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2" y="2148531"/>
                </a:lnTo>
                <a:lnTo>
                  <a:pt x="3074796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7385488" y="5367858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6" y="2223"/>
                </a:lnTo>
                <a:lnTo>
                  <a:pt x="3120321" y="8759"/>
                </a:lnTo>
                <a:lnTo>
                  <a:pt x="3164385" y="19402"/>
                </a:lnTo>
                <a:lnTo>
                  <a:pt x="3206783" y="33951"/>
                </a:lnTo>
                <a:lnTo>
                  <a:pt x="3247312" y="52200"/>
                </a:lnTo>
                <a:lnTo>
                  <a:pt x="3285769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0" y="228018"/>
                </a:lnTo>
                <a:lnTo>
                  <a:pt x="3461587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4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4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7" y="1890815"/>
                </a:lnTo>
                <a:lnTo>
                  <a:pt x="3439840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69" y="2083343"/>
                </a:lnTo>
                <a:lnTo>
                  <a:pt x="3247312" y="2105090"/>
                </a:lnTo>
                <a:lnTo>
                  <a:pt x="3206783" y="2123339"/>
                </a:lnTo>
                <a:lnTo>
                  <a:pt x="3164385" y="2137888"/>
                </a:lnTo>
                <a:lnTo>
                  <a:pt x="3120321" y="2148531"/>
                </a:lnTo>
                <a:lnTo>
                  <a:pt x="3074796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1433227" y="5367858"/>
            <a:ext cx="3514090" cy="2157730"/>
          </a:xfrm>
          <a:custGeom>
            <a:avLst/>
            <a:gdLst/>
            <a:ahLst/>
            <a:cxnLst/>
            <a:rect l="l" t="t" r="r" b="b"/>
            <a:pathLst>
              <a:path w="3514090" h="2157729">
                <a:moveTo>
                  <a:pt x="3028013" y="2157291"/>
                </a:moveTo>
                <a:lnTo>
                  <a:pt x="485774" y="2157291"/>
                </a:lnTo>
                <a:lnTo>
                  <a:pt x="438991" y="2155067"/>
                </a:lnTo>
                <a:lnTo>
                  <a:pt x="393466" y="2148531"/>
                </a:lnTo>
                <a:lnTo>
                  <a:pt x="349402" y="2137888"/>
                </a:lnTo>
                <a:lnTo>
                  <a:pt x="307004" y="2123339"/>
                </a:lnTo>
                <a:lnTo>
                  <a:pt x="266475" y="2105090"/>
                </a:lnTo>
                <a:lnTo>
                  <a:pt x="228018" y="2083343"/>
                </a:lnTo>
                <a:lnTo>
                  <a:pt x="191838" y="2058302"/>
                </a:lnTo>
                <a:lnTo>
                  <a:pt x="158137" y="2030171"/>
                </a:lnTo>
                <a:lnTo>
                  <a:pt x="127119" y="1999153"/>
                </a:lnTo>
                <a:lnTo>
                  <a:pt x="98988" y="1965452"/>
                </a:lnTo>
                <a:lnTo>
                  <a:pt x="73947" y="1929272"/>
                </a:lnTo>
                <a:lnTo>
                  <a:pt x="52200" y="1890815"/>
                </a:lnTo>
                <a:lnTo>
                  <a:pt x="33951" y="1850286"/>
                </a:lnTo>
                <a:lnTo>
                  <a:pt x="19402" y="1807888"/>
                </a:lnTo>
                <a:lnTo>
                  <a:pt x="8759" y="1763824"/>
                </a:lnTo>
                <a:lnTo>
                  <a:pt x="2223" y="1718299"/>
                </a:lnTo>
                <a:lnTo>
                  <a:pt x="0" y="1671516"/>
                </a:lnTo>
                <a:lnTo>
                  <a:pt x="0" y="485774"/>
                </a:lnTo>
                <a:lnTo>
                  <a:pt x="2223" y="438991"/>
                </a:lnTo>
                <a:lnTo>
                  <a:pt x="8759" y="393466"/>
                </a:lnTo>
                <a:lnTo>
                  <a:pt x="19402" y="349402"/>
                </a:lnTo>
                <a:lnTo>
                  <a:pt x="33951" y="307004"/>
                </a:lnTo>
                <a:lnTo>
                  <a:pt x="52200" y="266475"/>
                </a:lnTo>
                <a:lnTo>
                  <a:pt x="73947" y="228018"/>
                </a:lnTo>
                <a:lnTo>
                  <a:pt x="98988" y="191838"/>
                </a:lnTo>
                <a:lnTo>
                  <a:pt x="127119" y="158137"/>
                </a:lnTo>
                <a:lnTo>
                  <a:pt x="158137" y="127119"/>
                </a:lnTo>
                <a:lnTo>
                  <a:pt x="191838" y="98988"/>
                </a:lnTo>
                <a:lnTo>
                  <a:pt x="228018" y="73947"/>
                </a:lnTo>
                <a:lnTo>
                  <a:pt x="266475" y="52200"/>
                </a:lnTo>
                <a:lnTo>
                  <a:pt x="307004" y="33951"/>
                </a:lnTo>
                <a:lnTo>
                  <a:pt x="349402" y="19402"/>
                </a:lnTo>
                <a:lnTo>
                  <a:pt x="393466" y="8759"/>
                </a:lnTo>
                <a:lnTo>
                  <a:pt x="438991" y="2223"/>
                </a:lnTo>
                <a:lnTo>
                  <a:pt x="485774" y="0"/>
                </a:lnTo>
                <a:lnTo>
                  <a:pt x="3028013" y="0"/>
                </a:lnTo>
                <a:lnTo>
                  <a:pt x="3074797" y="2223"/>
                </a:lnTo>
                <a:lnTo>
                  <a:pt x="3120322" y="8759"/>
                </a:lnTo>
                <a:lnTo>
                  <a:pt x="3164386" y="19402"/>
                </a:lnTo>
                <a:lnTo>
                  <a:pt x="3206784" y="33951"/>
                </a:lnTo>
                <a:lnTo>
                  <a:pt x="3247313" y="52200"/>
                </a:lnTo>
                <a:lnTo>
                  <a:pt x="3285770" y="73947"/>
                </a:lnTo>
                <a:lnTo>
                  <a:pt x="3321950" y="98988"/>
                </a:lnTo>
                <a:lnTo>
                  <a:pt x="3355651" y="127119"/>
                </a:lnTo>
                <a:lnTo>
                  <a:pt x="3386669" y="158137"/>
                </a:lnTo>
                <a:lnTo>
                  <a:pt x="3414800" y="191838"/>
                </a:lnTo>
                <a:lnTo>
                  <a:pt x="3439841" y="228018"/>
                </a:lnTo>
                <a:lnTo>
                  <a:pt x="3461588" y="266475"/>
                </a:lnTo>
                <a:lnTo>
                  <a:pt x="3479837" y="307004"/>
                </a:lnTo>
                <a:lnTo>
                  <a:pt x="3494385" y="349402"/>
                </a:lnTo>
                <a:lnTo>
                  <a:pt x="3505029" y="393466"/>
                </a:lnTo>
                <a:lnTo>
                  <a:pt x="3511565" y="438991"/>
                </a:lnTo>
                <a:lnTo>
                  <a:pt x="3513788" y="485774"/>
                </a:lnTo>
                <a:lnTo>
                  <a:pt x="3513788" y="1671516"/>
                </a:lnTo>
                <a:lnTo>
                  <a:pt x="3511565" y="1718299"/>
                </a:lnTo>
                <a:lnTo>
                  <a:pt x="3505029" y="1763824"/>
                </a:lnTo>
                <a:lnTo>
                  <a:pt x="3494385" y="1807888"/>
                </a:lnTo>
                <a:lnTo>
                  <a:pt x="3479837" y="1850286"/>
                </a:lnTo>
                <a:lnTo>
                  <a:pt x="3461588" y="1890815"/>
                </a:lnTo>
                <a:lnTo>
                  <a:pt x="3439841" y="1929272"/>
                </a:lnTo>
                <a:lnTo>
                  <a:pt x="3414800" y="1965452"/>
                </a:lnTo>
                <a:lnTo>
                  <a:pt x="3386669" y="1999153"/>
                </a:lnTo>
                <a:lnTo>
                  <a:pt x="3355651" y="2030171"/>
                </a:lnTo>
                <a:lnTo>
                  <a:pt x="3321950" y="2058302"/>
                </a:lnTo>
                <a:lnTo>
                  <a:pt x="3285770" y="2083343"/>
                </a:lnTo>
                <a:lnTo>
                  <a:pt x="3247313" y="2105090"/>
                </a:lnTo>
                <a:lnTo>
                  <a:pt x="3206784" y="2123339"/>
                </a:lnTo>
                <a:lnTo>
                  <a:pt x="3164386" y="2137888"/>
                </a:lnTo>
                <a:lnTo>
                  <a:pt x="3120322" y="2148531"/>
                </a:lnTo>
                <a:lnTo>
                  <a:pt x="3074797" y="2155067"/>
                </a:lnTo>
                <a:lnTo>
                  <a:pt x="3028013" y="2157291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0" y="8104809"/>
            <a:ext cx="18288000" cy="2182495"/>
          </a:xfrm>
          <a:custGeom>
            <a:avLst/>
            <a:gdLst/>
            <a:ahLst/>
            <a:cxnLst/>
            <a:rect l="l" t="t" r="r" b="b"/>
            <a:pathLst>
              <a:path w="18288000" h="2182495">
                <a:moveTo>
                  <a:pt x="18287988" y="0"/>
                </a:moveTo>
                <a:lnTo>
                  <a:pt x="16815537" y="1472450"/>
                </a:lnTo>
                <a:lnTo>
                  <a:pt x="0" y="1472450"/>
                </a:lnTo>
                <a:lnTo>
                  <a:pt x="0" y="2182190"/>
                </a:lnTo>
                <a:lnTo>
                  <a:pt x="16105797" y="2182190"/>
                </a:lnTo>
                <a:lnTo>
                  <a:pt x="18287988" y="2182203"/>
                </a:lnTo>
                <a:lnTo>
                  <a:pt x="18287988" y="0"/>
                </a:lnTo>
                <a:close/>
              </a:path>
            </a:pathLst>
          </a:custGeom>
          <a:solidFill>
            <a:srgbClr val="20459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/>
          <p:nvPr/>
        </p:nvSpPr>
        <p:spPr>
          <a:xfrm>
            <a:off x="4141569" y="2956658"/>
            <a:ext cx="1912620" cy="176811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98120" marR="5080" indent="-186055">
              <a:lnSpc>
                <a:spcPct val="114999"/>
              </a:lnSpc>
              <a:spcBef>
                <a:spcPts val="100"/>
              </a:spcBef>
            </a:pPr>
            <a:r>
              <a:rPr sz="2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Notificación </a:t>
            </a:r>
            <a:r>
              <a:rPr sz="2500" dirty="0" err="1">
                <a:solidFill>
                  <a:srgbClr val="FFFFFF"/>
                </a:solidFill>
                <a:latin typeface="Lucida Sans Unicode"/>
                <a:cs typeface="Lucida Sans Unicode"/>
              </a:rPr>
              <a:t>por</a:t>
            </a:r>
            <a:r>
              <a:rPr sz="2500" spc="-7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email</a:t>
            </a:r>
            <a:r>
              <a:rPr lang="es-ES" sz="25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 por el estado</a:t>
            </a:r>
            <a:endParaRPr sz="2500" dirty="0">
              <a:latin typeface="Lucida Sans Unicode"/>
              <a:cs typeface="Lucida Sans Unicode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8309321" y="3338839"/>
            <a:ext cx="1669414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195" marR="5080" indent="-24130">
              <a:lnSpc>
                <a:spcPct val="114999"/>
              </a:lnSpc>
              <a:spcBef>
                <a:spcPts val="100"/>
              </a:spcBef>
            </a:pPr>
            <a:r>
              <a:rPr sz="2500" spc="75" dirty="0">
                <a:solidFill>
                  <a:srgbClr val="FFFFFF"/>
                </a:solidFill>
                <a:latin typeface="Lucida Sans Unicode"/>
                <a:cs typeface="Lucida Sans Unicode"/>
              </a:rPr>
              <a:t>Galería</a:t>
            </a:r>
            <a:r>
              <a:rPr sz="2500" spc="-12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imágenes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1988192" y="3119764"/>
            <a:ext cx="2408555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Lucida Sans Unicode"/>
                <a:cs typeface="Lucida Sans Unicode"/>
              </a:rPr>
              <a:t>Notificación</a:t>
            </a:r>
            <a:r>
              <a:rPr sz="2500" spc="21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500" spc="85" dirty="0">
                <a:solidFill>
                  <a:srgbClr val="FFFFFF"/>
                </a:solidFill>
                <a:latin typeface="Lucida Sans Unicode"/>
                <a:cs typeface="Lucida Sans Unicode"/>
              </a:rPr>
              <a:t>email</a:t>
            </a:r>
            <a:r>
              <a:rPr sz="25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95" dirty="0">
                <a:solidFill>
                  <a:srgbClr val="FFFFFF"/>
                </a:solidFill>
                <a:latin typeface="Lucida Sans Unicode"/>
                <a:cs typeface="Lucida Sans Unicode"/>
              </a:rPr>
              <a:t>en</a:t>
            </a:r>
            <a:r>
              <a:rPr sz="2500" spc="-114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65" dirty="0">
                <a:solidFill>
                  <a:srgbClr val="FFFFFF"/>
                </a:solidFill>
                <a:latin typeface="Lucida Sans Unicode"/>
                <a:cs typeface="Lucida Sans Unicode"/>
              </a:rPr>
              <a:t>la </a:t>
            </a:r>
            <a:r>
              <a:rPr sz="2500" spc="35" dirty="0">
                <a:solidFill>
                  <a:srgbClr val="FFFFFF"/>
                </a:solidFill>
                <a:latin typeface="Lucida Sans Unicode"/>
                <a:cs typeface="Lucida Sans Unicode"/>
              </a:rPr>
              <a:t>verificación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4238724" y="5725772"/>
            <a:ext cx="1718310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indent="-635" algn="ctr">
              <a:lnSpc>
                <a:spcPct val="114999"/>
              </a:lnSpc>
              <a:spcBef>
                <a:spcPts val="100"/>
              </a:spcBef>
            </a:pPr>
            <a:r>
              <a:rPr sz="2500" spc="-40" dirty="0">
                <a:solidFill>
                  <a:srgbClr val="FFFFFF"/>
                </a:solidFill>
                <a:latin typeface="Lucida Sans Unicode"/>
                <a:cs typeface="Lucida Sans Unicode"/>
              </a:rPr>
              <a:t>Perfil</a:t>
            </a:r>
            <a:r>
              <a:rPr sz="2500" spc="-140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adoptante </a:t>
            </a:r>
            <a:r>
              <a:rPr sz="2500" spc="55" dirty="0">
                <a:solidFill>
                  <a:srgbClr val="FFFFFF"/>
                </a:solidFill>
                <a:latin typeface="Lucida Sans Unicode"/>
                <a:cs typeface="Lucida Sans Unicode"/>
              </a:rPr>
              <a:t>editable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8424534" y="5944847"/>
            <a:ext cx="1438910" cy="9017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835" marR="5080" indent="-64769">
              <a:lnSpc>
                <a:spcPct val="114999"/>
              </a:lnSpc>
              <a:spcBef>
                <a:spcPts val="100"/>
              </a:spcBef>
            </a:pPr>
            <a:r>
              <a:rPr sz="2500" spc="175" dirty="0">
                <a:solidFill>
                  <a:srgbClr val="FFFFFF"/>
                </a:solidFill>
                <a:latin typeface="Lucida Sans Unicode"/>
                <a:cs typeface="Lucida Sans Unicode"/>
              </a:rPr>
              <a:t>Mapa</a:t>
            </a:r>
            <a:r>
              <a:rPr sz="2500" spc="-12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refugios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11994155" y="5725772"/>
            <a:ext cx="2396490" cy="13398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 algn="ctr">
              <a:lnSpc>
                <a:spcPct val="114999"/>
              </a:lnSpc>
              <a:spcBef>
                <a:spcPts val="100"/>
              </a:spcBef>
            </a:pPr>
            <a:r>
              <a:rPr sz="2500" dirty="0">
                <a:solidFill>
                  <a:srgbClr val="FFFFFF"/>
                </a:solidFill>
                <a:latin typeface="Lucida Sans Unicode"/>
                <a:cs typeface="Lucida Sans Unicode"/>
              </a:rPr>
              <a:t>Verificación</a:t>
            </a:r>
            <a:r>
              <a:rPr sz="2500" spc="375" dirty="0">
                <a:solidFill>
                  <a:srgbClr val="FFFFFF"/>
                </a:solidFill>
                <a:latin typeface="Lucida Sans Unicode"/>
                <a:cs typeface="Lucida Sans Unicode"/>
              </a:rPr>
              <a:t> </a:t>
            </a:r>
            <a:r>
              <a:rPr sz="2500" spc="100" dirty="0">
                <a:solidFill>
                  <a:srgbClr val="FFFFFF"/>
                </a:solidFill>
                <a:latin typeface="Lucida Sans Unicode"/>
                <a:cs typeface="Lucida Sans Unicode"/>
              </a:rPr>
              <a:t>de </a:t>
            </a:r>
            <a:r>
              <a:rPr sz="2500" spc="-10" dirty="0">
                <a:solidFill>
                  <a:srgbClr val="FFFFFF"/>
                </a:solidFill>
                <a:latin typeface="Lucida Sans Unicode"/>
                <a:cs typeface="Lucida Sans Unicode"/>
              </a:rPr>
              <a:t>refugios </a:t>
            </a:r>
            <a:r>
              <a:rPr sz="2500" spc="90" dirty="0">
                <a:solidFill>
                  <a:srgbClr val="FFFFFF"/>
                </a:solidFill>
                <a:latin typeface="Lucida Sans Unicode"/>
                <a:cs typeface="Lucida Sans Unicode"/>
              </a:rPr>
              <a:t>automático</a:t>
            </a:r>
            <a:endParaRPr sz="2500">
              <a:latin typeface="Lucida Sans Unicode"/>
              <a:cs typeface="Lucida Sans Unicode"/>
            </a:endParaRPr>
          </a:p>
        </p:txBody>
      </p:sp>
      <p:sp>
        <p:nvSpPr>
          <p:cNvPr id="17" name="object 17"/>
          <p:cNvSpPr txBox="1"/>
          <p:nvPr/>
        </p:nvSpPr>
        <p:spPr>
          <a:xfrm rot="18900000">
            <a:off x="17088649" y="8916414"/>
            <a:ext cx="1198026" cy="2730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50"/>
              </a:lnSpc>
            </a:pPr>
            <a:r>
              <a:rPr sz="2150" spc="-25" dirty="0">
                <a:solidFill>
                  <a:srgbClr val="FFFFFF"/>
                </a:solidFill>
                <a:latin typeface="Trebuchet MS"/>
                <a:cs typeface="Trebuchet MS"/>
              </a:rPr>
              <a:t>Adopta</a:t>
            </a:r>
            <a:r>
              <a:rPr sz="2150" spc="-335" dirty="0">
                <a:solidFill>
                  <a:srgbClr val="FFFFFF"/>
                </a:solidFill>
                <a:latin typeface="Trebuchet MS"/>
                <a:cs typeface="Trebuchet MS"/>
              </a:rPr>
              <a:t> </a:t>
            </a:r>
            <a:r>
              <a:rPr sz="2150" spc="-90" dirty="0">
                <a:solidFill>
                  <a:srgbClr val="FFFFFF"/>
                </a:solidFill>
                <a:latin typeface="Trebuchet MS"/>
                <a:cs typeface="Trebuchet MS"/>
              </a:rPr>
              <a:t>Ya</a:t>
            </a:r>
            <a:endParaRPr sz="2150">
              <a:latin typeface="Trebuchet MS"/>
              <a:cs typeface="Trebuchet MS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43554" y="3676713"/>
            <a:ext cx="10001250" cy="3054350"/>
          </a:xfrm>
          <a:prstGeom prst="rect">
            <a:avLst/>
          </a:prstGeom>
        </p:spPr>
        <p:txBody>
          <a:bodyPr vert="horz" wrap="square" lIns="0" tIns="327660" rIns="0" bIns="0" rtlCol="0">
            <a:spAutoFit/>
          </a:bodyPr>
          <a:lstStyle/>
          <a:p>
            <a:pPr marL="2045970" marR="5080" indent="-2033905">
              <a:lnSpc>
                <a:spcPts val="10650"/>
              </a:lnSpc>
              <a:spcBef>
                <a:spcPts val="2580"/>
              </a:spcBef>
            </a:pPr>
            <a:r>
              <a:rPr sz="11000" b="1" spc="-625" dirty="0">
                <a:solidFill>
                  <a:srgbClr val="204591"/>
                </a:solidFill>
                <a:latin typeface="Trebuchet MS"/>
                <a:cs typeface="Trebuchet MS"/>
              </a:rPr>
              <a:t>¡GRACIAS</a:t>
            </a:r>
            <a:r>
              <a:rPr sz="11000" b="1" spc="-490" dirty="0">
                <a:solidFill>
                  <a:srgbClr val="204591"/>
                </a:solidFill>
                <a:latin typeface="Trebuchet MS"/>
                <a:cs typeface="Trebuchet MS"/>
              </a:rPr>
              <a:t> </a:t>
            </a:r>
            <a:r>
              <a:rPr sz="11000" b="1" spc="-555" dirty="0">
                <a:solidFill>
                  <a:srgbClr val="204591"/>
                </a:solidFill>
                <a:latin typeface="Trebuchet MS"/>
                <a:cs typeface="Trebuchet MS"/>
              </a:rPr>
              <a:t>POR</a:t>
            </a:r>
            <a:r>
              <a:rPr sz="11000" b="1" spc="-484" dirty="0">
                <a:solidFill>
                  <a:srgbClr val="204591"/>
                </a:solidFill>
                <a:latin typeface="Trebuchet MS"/>
                <a:cs typeface="Trebuchet MS"/>
              </a:rPr>
              <a:t> </a:t>
            </a:r>
            <a:r>
              <a:rPr sz="11000" b="1" spc="-1090" dirty="0">
                <a:solidFill>
                  <a:srgbClr val="204591"/>
                </a:solidFill>
                <a:latin typeface="Trebuchet MS"/>
                <a:cs typeface="Trebuchet MS"/>
              </a:rPr>
              <a:t>LA </a:t>
            </a:r>
            <a:r>
              <a:rPr sz="11000" b="1" spc="-1585" dirty="0">
                <a:solidFill>
                  <a:srgbClr val="204591"/>
                </a:solidFill>
                <a:latin typeface="Trebuchet MS"/>
                <a:cs typeface="Trebuchet MS"/>
              </a:rPr>
              <a:t>A</a:t>
            </a:r>
            <a:r>
              <a:rPr sz="11000" b="1" spc="-1045" dirty="0">
                <a:solidFill>
                  <a:srgbClr val="204591"/>
                </a:solidFill>
                <a:latin typeface="Trebuchet MS"/>
                <a:cs typeface="Trebuchet MS"/>
              </a:rPr>
              <a:t>TENC</a:t>
            </a:r>
            <a:r>
              <a:rPr sz="11000" b="1" spc="-1040" dirty="0">
                <a:solidFill>
                  <a:srgbClr val="204591"/>
                </a:solidFill>
                <a:latin typeface="Trebuchet MS"/>
                <a:cs typeface="Trebuchet MS"/>
              </a:rPr>
              <a:t>I</a:t>
            </a:r>
            <a:r>
              <a:rPr sz="11000" b="1" spc="-1045" dirty="0">
                <a:solidFill>
                  <a:srgbClr val="204591"/>
                </a:solidFill>
                <a:latin typeface="Trebuchet MS"/>
                <a:cs typeface="Trebuchet MS"/>
              </a:rPr>
              <a:t>ÓN</a:t>
            </a:r>
            <a:r>
              <a:rPr sz="11000" b="1" spc="-1035" dirty="0">
                <a:solidFill>
                  <a:srgbClr val="204591"/>
                </a:solidFill>
                <a:latin typeface="Trebuchet MS"/>
                <a:cs typeface="Trebuchet MS"/>
              </a:rPr>
              <a:t>!</a:t>
            </a:r>
            <a:endParaRPr sz="11000" dirty="0">
              <a:latin typeface="Trebuchet MS"/>
              <a:cs typeface="Trebuchet MS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1889465" y="3016646"/>
            <a:ext cx="6398533" cy="7270353"/>
          </a:xfrm>
          <a:prstGeom prst="rect">
            <a:avLst/>
          </a:prstGeom>
        </p:spPr>
      </p:pic>
      <p:grpSp>
        <p:nvGrpSpPr>
          <p:cNvPr id="4" name="object 4"/>
          <p:cNvGrpSpPr/>
          <p:nvPr/>
        </p:nvGrpSpPr>
        <p:grpSpPr>
          <a:xfrm>
            <a:off x="0" y="0"/>
            <a:ext cx="7751445" cy="5829300"/>
            <a:chOff x="0" y="0"/>
            <a:chExt cx="7751445" cy="5829300"/>
          </a:xfrm>
        </p:grpSpPr>
        <p:pic>
          <p:nvPicPr>
            <p:cNvPr id="5" name="object 5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0"/>
              <a:ext cx="866774" cy="866774"/>
            </a:xfrm>
            <a:prstGeom prst="rect">
              <a:avLst/>
            </a:prstGeom>
          </p:spPr>
        </p:pic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0" y="0"/>
              <a:ext cx="7751179" cy="582871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70</TotalTime>
  <Words>260</Words>
  <Application>Microsoft Office PowerPoint</Application>
  <PresentationFormat>Personalizado</PresentationFormat>
  <Paragraphs>48</Paragraphs>
  <Slides>16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16</vt:i4>
      </vt:variant>
    </vt:vector>
  </HeadingPairs>
  <TitlesOfParts>
    <vt:vector size="21" baseType="lpstr">
      <vt:lpstr>Calibri</vt:lpstr>
      <vt:lpstr>Lucida Sans Unicode</vt:lpstr>
      <vt:lpstr>Tahoma</vt:lpstr>
      <vt:lpstr>Trebuchet MS</vt:lpstr>
      <vt:lpstr>Office Theme</vt:lpstr>
      <vt:lpstr>Presentación de PowerPoint</vt:lpstr>
      <vt:lpstr>ÍNDICE</vt:lpstr>
      <vt:lpstr>Presentación de PowerPoint</vt:lpstr>
      <vt:lpstr>Presentación de PowerPoint</vt:lpstr>
      <vt:lpstr>Presentación de PowerPoint</vt:lpstr>
      <vt:lpstr>Presentación de PowerPoint</vt:lpstr>
      <vt:lpstr>STACK TECNOLÓGICO</vt:lpstr>
      <vt:lpstr>Presentación de PowerPoint</vt:lpstr>
      <vt:lpstr>SEGURIDAD</vt:lpstr>
      <vt:lpstr>Presentación de PowerPoint</vt:lpstr>
      <vt:lpstr>DESPLIEGUE</vt:lpstr>
      <vt:lpstr>Presentación de PowerPoint</vt:lpstr>
      <vt:lpstr>DEMOSTRACIÓN</vt:lpstr>
      <vt:lpstr>FUTURAS MEJORAS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Minimalist Digital Evolution Computer Presentation</dc:title>
  <dc:creator>soof</dc:creator>
  <cp:keywords>DAHJ8i18Vto,BAFycyl7qbQ,0</cp:keywords>
  <cp:lastModifiedBy>adrian barreno leon</cp:lastModifiedBy>
  <cp:revision>2</cp:revision>
  <dcterms:created xsi:type="dcterms:W3CDTF">2026-05-17T20:03:51Z</dcterms:created>
  <dcterms:modified xsi:type="dcterms:W3CDTF">2026-05-18T15:37:39Z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2026-05-17T00:00:00Z</vt:filetime>
  </property>
  <property fmtid="{D5CDD505-2E9C-101B-9397-08002B2CF9AE}" pid="3" name="Creator">
    <vt:lpwstr>Canva</vt:lpwstr>
  </property>
  <property fmtid="{D5CDD505-2E9C-101B-9397-08002B2CF9AE}" pid="4" name="LastSaved">
    <vt:filetime>2026-05-17T00:00:00Z</vt:filetime>
  </property>
  <property fmtid="{D5CDD505-2E9C-101B-9397-08002B2CF9AE}" pid="5" name="Producer">
    <vt:lpwstr>Canva</vt:lpwstr>
  </property>
</Properties>
</file>